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j1t4Aaf/RK4yCuWS6YuVp8vWyM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919923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</a:t>
            </a:r>
            <a:endParaRPr/>
          </a:p>
        </p:txBody>
      </p:sp>
      <p:sp>
        <p:nvSpPr>
          <p:cNvPr id="97" name="Google Shape;9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</a:t>
            </a:r>
            <a:endParaRPr/>
          </a:p>
        </p:txBody>
      </p:sp>
      <p:sp>
        <p:nvSpPr>
          <p:cNvPr id="108" name="Google Shape;10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</a:t>
            </a:r>
            <a:endParaRPr/>
          </a:p>
        </p:txBody>
      </p:sp>
      <p:sp>
        <p:nvSpPr>
          <p:cNvPr id="120" name="Google Shape;12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</a:t>
            </a:r>
            <a:endParaRPr/>
          </a:p>
        </p:txBody>
      </p:sp>
      <p:sp>
        <p:nvSpPr>
          <p:cNvPr id="126" name="Google Shape;12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</a:t>
            </a:r>
            <a:endParaRPr/>
          </a:p>
        </p:txBody>
      </p:sp>
      <p:sp>
        <p:nvSpPr>
          <p:cNvPr id="132" name="Google Shape;13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</a:t>
            </a:r>
            <a:endParaRPr/>
          </a:p>
        </p:txBody>
      </p:sp>
      <p:sp>
        <p:nvSpPr>
          <p:cNvPr id="138" name="Google Shape;13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</a:t>
            </a:r>
            <a:endParaRPr/>
          </a:p>
        </p:txBody>
      </p:sp>
      <p:sp>
        <p:nvSpPr>
          <p:cNvPr id="144" name="Google Shape;14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</a:t>
            </a:r>
            <a:endParaRPr/>
          </a:p>
        </p:txBody>
      </p:sp>
      <p:sp>
        <p:nvSpPr>
          <p:cNvPr id="150" name="Google Shape;15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</a:t>
            </a:r>
            <a:endParaRPr/>
          </a:p>
        </p:txBody>
      </p:sp>
      <p:sp>
        <p:nvSpPr>
          <p:cNvPr id="156" name="Google Shape;15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</a:t>
            </a:r>
            <a:endParaRPr/>
          </a:p>
        </p:txBody>
      </p:sp>
      <p:sp>
        <p:nvSpPr>
          <p:cNvPr id="162" name="Google Shape;16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</a:t>
            </a:r>
            <a:endParaRPr/>
          </a:p>
        </p:txBody>
      </p:sp>
      <p:sp>
        <p:nvSpPr>
          <p:cNvPr id="168" name="Google Shape;16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</a:t>
            </a:r>
            <a:endParaRPr/>
          </a:p>
        </p:txBody>
      </p:sp>
      <p:sp>
        <p:nvSpPr>
          <p:cNvPr id="174" name="Google Shape;17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</a:t>
            </a:r>
            <a:endParaRPr/>
          </a:p>
        </p:txBody>
      </p:sp>
      <p:sp>
        <p:nvSpPr>
          <p:cNvPr id="186" name="Google Shape;18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</a:t>
            </a:r>
            <a:endParaRPr/>
          </a:p>
        </p:txBody>
      </p:sp>
      <p:sp>
        <p:nvSpPr>
          <p:cNvPr id="192" name="Google Shape;19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</a:t>
            </a:r>
            <a:endParaRPr/>
          </a:p>
        </p:txBody>
      </p:sp>
      <p:sp>
        <p:nvSpPr>
          <p:cNvPr id="198" name="Google Shape;19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89ccb354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289ccb3547_4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endParaRPr dirty="0"/>
          </a:p>
        </p:txBody>
      </p:sp>
      <p:sp>
        <p:nvSpPr>
          <p:cNvPr id="204" name="Google Shape;204;g3289ccb3547_4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89ccb3547_4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3289ccb3547_4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</a:t>
            </a:r>
            <a:endParaRPr/>
          </a:p>
        </p:txBody>
      </p:sp>
      <p:sp>
        <p:nvSpPr>
          <p:cNvPr id="210" name="Google Shape;210;g3289ccb3547_4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289ccb3547_4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3289ccb3547_4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g3289ccb3547_4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>
            <a:spLocks noGrp="1"/>
          </p:cNvSpPr>
          <p:nvPr>
            <p:ph type="title"/>
          </p:nvPr>
        </p:nvSpPr>
        <p:spPr>
          <a:xfrm>
            <a:off x="670560" y="4983480"/>
            <a:ext cx="1091184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8"/>
          <p:cNvSpPr txBox="1">
            <a:spLocks noGrp="1"/>
          </p:cNvSpPr>
          <p:nvPr>
            <p:ph type="body" idx="1"/>
          </p:nvPr>
        </p:nvSpPr>
        <p:spPr>
          <a:xfrm>
            <a:off x="670560" y="530352"/>
            <a:ext cx="10911840" cy="418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2004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56616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Google Shape;14;p38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15" name="Google Shape;15;p38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16" name="Google Shape;16;p38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53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9"/>
          <p:cNvSpPr/>
          <p:nvPr/>
        </p:nvSpPr>
        <p:spPr>
          <a:xfrm>
            <a:off x="406401" y="328613"/>
            <a:ext cx="11377084" cy="6197600"/>
          </a:xfrm>
          <a:prstGeom prst="roundRect">
            <a:avLst>
              <a:gd name="adj" fmla="val 2081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w="9525" cap="rnd" cmpd="sng">
            <a:solidFill>
              <a:srgbClr val="A2A0A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50800" dir="54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39"/>
          <p:cNvSpPr txBox="1">
            <a:spLocks noGrp="1"/>
          </p:cNvSpPr>
          <p:nvPr>
            <p:ph type="ctrTitle"/>
          </p:nvPr>
        </p:nvSpPr>
        <p:spPr>
          <a:xfrm>
            <a:off x="963168" y="1820206"/>
            <a:ext cx="10363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500" b="1">
                <a:solidFill>
                  <a:srgbClr val="6393D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Google Shape;20;p39"/>
          <p:cNvSpPr txBox="1">
            <a:spLocks noGrp="1"/>
          </p:cNvSpPr>
          <p:nvPr>
            <p:ph type="subTitle" idx="1"/>
          </p:nvPr>
        </p:nvSpPr>
        <p:spPr>
          <a:xfrm>
            <a:off x="963168" y="3685032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102642"/>
                </a:solidFill>
              </a:defRPr>
            </a:lvl1pPr>
            <a:lvl2pPr lvl="1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225"/>
              </a:spcBef>
              <a:spcAft>
                <a:spcPts val="0"/>
              </a:spcAft>
              <a:buSzPts val="2016"/>
              <a:buNone/>
              <a:defRPr/>
            </a:lvl4pPr>
            <a:lvl5pPr lvl="4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" name="Google Shape;21;p39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22" name="Google Shape;22;p39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23" name="Google Shape;23;p39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0"/>
          <p:cNvSpPr txBox="1">
            <a:spLocks noGrp="1"/>
          </p:cNvSpPr>
          <p:nvPr>
            <p:ph type="title"/>
          </p:nvPr>
        </p:nvSpPr>
        <p:spPr>
          <a:xfrm>
            <a:off x="624459" y="4928616"/>
            <a:ext cx="1091184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02642"/>
              </a:buClr>
              <a:buSzPts val="3600"/>
              <a:buFont typeface="Verdana"/>
              <a:buNone/>
              <a:defRPr sz="3600" b="0" cap="none">
                <a:solidFill>
                  <a:srgbClr val="10264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Google Shape;26;p40"/>
          <p:cNvSpPr txBox="1">
            <a:spLocks noGrp="1"/>
          </p:cNvSpPr>
          <p:nvPr>
            <p:ph type="body" idx="1"/>
          </p:nvPr>
        </p:nvSpPr>
        <p:spPr>
          <a:xfrm>
            <a:off x="624459" y="5624484"/>
            <a:ext cx="109118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50" tIns="0" rIns="91425" bIns="45700" anchor="t" anchorCtr="0">
            <a:noAutofit/>
          </a:bodyPr>
          <a:lstStyle>
            <a:lvl1pPr marL="457200" marR="36830" lvl="0" indent="-228600" algn="l">
              <a:spcBef>
                <a:spcPts val="0"/>
              </a:spcBef>
              <a:spcAft>
                <a:spcPts val="0"/>
              </a:spcAft>
              <a:buSzPts val="1440"/>
              <a:buNone/>
              <a:defRPr sz="1800" b="0">
                <a:solidFill>
                  <a:srgbClr val="345D8D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25"/>
              </a:spcBef>
              <a:spcAft>
                <a:spcPts val="0"/>
              </a:spcAft>
              <a:buSzPts val="1568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Google Shape;27;p40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28" name="Google Shape;28;p40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29" name="Google Shape;29;p40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213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1"/>
          <p:cNvSpPr txBox="1">
            <a:spLocks noGrp="1"/>
          </p:cNvSpPr>
          <p:nvPr>
            <p:ph type="title"/>
          </p:nvPr>
        </p:nvSpPr>
        <p:spPr>
          <a:xfrm>
            <a:off x="670985" y="4986339"/>
            <a:ext cx="10911417" cy="105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41"/>
          <p:cNvSpPr txBox="1">
            <a:spLocks noGrp="1"/>
          </p:cNvSpPr>
          <p:nvPr>
            <p:ph type="body" idx="1"/>
          </p:nvPr>
        </p:nvSpPr>
        <p:spPr>
          <a:xfrm>
            <a:off x="685803" y="530352"/>
            <a:ext cx="524256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60680" algn="l">
              <a:spcBef>
                <a:spcPts val="250"/>
              </a:spcBef>
              <a:spcAft>
                <a:spcPts val="0"/>
              </a:spcAft>
              <a:buSzPts val="2080"/>
              <a:buChar char="⚫"/>
              <a:defRPr sz="2600"/>
            </a:lvl1pPr>
            <a:lvl2pPr marL="914400" lvl="1" indent="-368300" algn="l">
              <a:spcBef>
                <a:spcPts val="250"/>
              </a:spcBef>
              <a:spcAft>
                <a:spcPts val="0"/>
              </a:spcAft>
              <a:buSzPts val="2200"/>
              <a:buChar char="◦"/>
              <a:defRPr sz="2200"/>
            </a:lvl2pPr>
            <a:lvl3pPr marL="1371600" lvl="2" indent="-355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56616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 sz="1800"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Google Shape;33;p41"/>
          <p:cNvSpPr txBox="1">
            <a:spLocks noGrp="1"/>
          </p:cNvSpPr>
          <p:nvPr>
            <p:ph type="body" idx="2"/>
          </p:nvPr>
        </p:nvSpPr>
        <p:spPr>
          <a:xfrm>
            <a:off x="6340480" y="530352"/>
            <a:ext cx="524256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60680" algn="l">
              <a:spcBef>
                <a:spcPts val="250"/>
              </a:spcBef>
              <a:spcAft>
                <a:spcPts val="0"/>
              </a:spcAft>
              <a:buSzPts val="2080"/>
              <a:buChar char="⚫"/>
              <a:defRPr sz="2600"/>
            </a:lvl1pPr>
            <a:lvl2pPr marL="914400" lvl="1" indent="-368300" algn="l">
              <a:spcBef>
                <a:spcPts val="250"/>
              </a:spcBef>
              <a:spcAft>
                <a:spcPts val="0"/>
              </a:spcAft>
              <a:buSzPts val="2200"/>
              <a:buChar char="◦"/>
              <a:defRPr sz="2200"/>
            </a:lvl2pPr>
            <a:lvl3pPr marL="1371600" lvl="2" indent="-355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56616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 sz="1800"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Google Shape;34;p41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35" name="Google Shape;35;p41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36" name="Google Shape;36;p41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04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2"/>
          <p:cNvSpPr txBox="1">
            <a:spLocks noGrp="1"/>
          </p:cNvSpPr>
          <p:nvPr>
            <p:ph type="title"/>
          </p:nvPr>
        </p:nvSpPr>
        <p:spPr>
          <a:xfrm>
            <a:off x="670560" y="4983480"/>
            <a:ext cx="1091184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" name="Google Shape;39;p42"/>
          <p:cNvSpPr txBox="1">
            <a:spLocks noGrp="1"/>
          </p:cNvSpPr>
          <p:nvPr>
            <p:ph type="body" idx="1"/>
          </p:nvPr>
        </p:nvSpPr>
        <p:spPr>
          <a:xfrm>
            <a:off x="809632" y="579438"/>
            <a:ext cx="524256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300" tIns="91425" rIns="91425" bIns="45700" anchor="ctr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SzPts val="192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225"/>
              </a:spcBef>
              <a:spcAft>
                <a:spcPts val="0"/>
              </a:spcAft>
              <a:buSzPts val="1792"/>
              <a:buNone/>
              <a:defRPr sz="1600" b="1"/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42"/>
          <p:cNvSpPr txBox="1">
            <a:spLocks noGrp="1"/>
          </p:cNvSpPr>
          <p:nvPr>
            <p:ph type="body" idx="2"/>
          </p:nvPr>
        </p:nvSpPr>
        <p:spPr>
          <a:xfrm>
            <a:off x="6202892" y="579438"/>
            <a:ext cx="524256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91425" bIns="45700" anchor="ctr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SzPts val="192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225"/>
              </a:spcBef>
              <a:spcAft>
                <a:spcPts val="0"/>
              </a:spcAft>
              <a:buSzPts val="1792"/>
              <a:buNone/>
              <a:defRPr sz="1600" b="1"/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Google Shape;41;p42"/>
          <p:cNvSpPr txBox="1">
            <a:spLocks noGrp="1"/>
          </p:cNvSpPr>
          <p:nvPr>
            <p:ph type="body" idx="3"/>
          </p:nvPr>
        </p:nvSpPr>
        <p:spPr>
          <a:xfrm>
            <a:off x="809632" y="1447800"/>
            <a:ext cx="5242560" cy="34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50520" algn="l">
              <a:spcBef>
                <a:spcPts val="25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spcBef>
                <a:spcPts val="25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42392" algn="l">
              <a:spcBef>
                <a:spcPts val="225"/>
              </a:spcBef>
              <a:spcAft>
                <a:spcPts val="0"/>
              </a:spcAft>
              <a:buSzPts val="1792"/>
              <a:buChar char="◦"/>
              <a:defRPr sz="1600"/>
            </a:lvl4pPr>
            <a:lvl5pPr marL="2286000" lvl="4" indent="-330200" algn="l"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4"/>
          </p:nvPr>
        </p:nvSpPr>
        <p:spPr>
          <a:xfrm>
            <a:off x="6202892" y="1447800"/>
            <a:ext cx="5242560" cy="34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50520" algn="l">
              <a:spcBef>
                <a:spcPts val="25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spcBef>
                <a:spcPts val="25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42392" algn="l">
              <a:spcBef>
                <a:spcPts val="225"/>
              </a:spcBef>
              <a:spcAft>
                <a:spcPts val="0"/>
              </a:spcAft>
              <a:buSzPts val="1792"/>
              <a:buChar char="◦"/>
              <a:defRPr sz="1600"/>
            </a:lvl4pPr>
            <a:lvl5pPr marL="2286000" lvl="4" indent="-330200" algn="l"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Google Shape;43;p42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44" name="Google Shape;44;p42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45" name="Google Shape;45;p42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58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3"/>
          <p:cNvSpPr txBox="1">
            <a:spLocks noGrp="1"/>
          </p:cNvSpPr>
          <p:nvPr>
            <p:ph type="title"/>
          </p:nvPr>
        </p:nvSpPr>
        <p:spPr>
          <a:xfrm>
            <a:off x="670985" y="4986339"/>
            <a:ext cx="10911417" cy="105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" name="Google Shape;48;p43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49" name="Google Shape;49;p43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50" name="Google Shape;50;p43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44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4"/>
          <p:cNvSpPr/>
          <p:nvPr/>
        </p:nvSpPr>
        <p:spPr>
          <a:xfrm>
            <a:off x="406401" y="328613"/>
            <a:ext cx="11377084" cy="6197600"/>
          </a:xfrm>
          <a:prstGeom prst="roundRect">
            <a:avLst>
              <a:gd name="adj" fmla="val 2081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w="9525" cap="rnd" cmpd="sng">
            <a:solidFill>
              <a:srgbClr val="A2A0A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50800" dir="54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3" name="Google Shape;53;p44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54" name="Google Shape;54;p44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55" name="Google Shape;55;p44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3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5"/>
          <p:cNvSpPr txBox="1">
            <a:spLocks noGrp="1"/>
          </p:cNvSpPr>
          <p:nvPr>
            <p:ph type="title"/>
          </p:nvPr>
        </p:nvSpPr>
        <p:spPr>
          <a:xfrm>
            <a:off x="7385045" y="533400"/>
            <a:ext cx="396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Verdana"/>
              <a:buNone/>
              <a:defRPr sz="2200" b="1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8" name="Google Shape;58;p45"/>
          <p:cNvSpPr txBox="1">
            <a:spLocks noGrp="1"/>
          </p:cNvSpPr>
          <p:nvPr>
            <p:ph type="body" idx="1"/>
          </p:nvPr>
        </p:nvSpPr>
        <p:spPr>
          <a:xfrm>
            <a:off x="7385129" y="1447802"/>
            <a:ext cx="3962400" cy="420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>
            <a:lvl1pPr marL="457200" marR="18415" lvl="0" indent="-2286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25"/>
              </a:spcBef>
              <a:spcAft>
                <a:spcPts val="0"/>
              </a:spcAft>
              <a:buSzPts val="1008"/>
              <a:buNone/>
              <a:defRPr sz="9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Google Shape;59;p45"/>
          <p:cNvSpPr txBox="1">
            <a:spLocks noGrp="1"/>
          </p:cNvSpPr>
          <p:nvPr>
            <p:ph type="body" idx="2"/>
          </p:nvPr>
        </p:nvSpPr>
        <p:spPr>
          <a:xfrm>
            <a:off x="1015163" y="930144"/>
            <a:ext cx="6168212" cy="4724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70840" algn="l">
              <a:spcBef>
                <a:spcPts val="250"/>
              </a:spcBef>
              <a:spcAft>
                <a:spcPts val="0"/>
              </a:spcAft>
              <a:buSzPts val="2240"/>
              <a:buChar char="⚫"/>
              <a:defRPr sz="2800">
                <a:solidFill>
                  <a:schemeClr val="lt1"/>
                </a:solidFill>
              </a:defRPr>
            </a:lvl1pPr>
            <a:lvl2pPr marL="914400" lvl="1" indent="-393700" algn="l">
              <a:spcBef>
                <a:spcPts val="250"/>
              </a:spcBef>
              <a:spcAft>
                <a:spcPts val="0"/>
              </a:spcAft>
              <a:buSzPts val="2600"/>
              <a:buChar char="◦"/>
              <a:defRPr sz="2600"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250"/>
              </a:spcBef>
              <a:spcAft>
                <a:spcPts val="0"/>
              </a:spcAft>
              <a:buSzPts val="2400"/>
              <a:buChar char="●"/>
              <a:defRPr sz="2400">
                <a:solidFill>
                  <a:schemeClr val="lt1"/>
                </a:solidFill>
              </a:defRPr>
            </a:lvl3pPr>
            <a:lvl4pPr marL="1828800" lvl="3" indent="-370839" algn="l">
              <a:spcBef>
                <a:spcPts val="225"/>
              </a:spcBef>
              <a:spcAft>
                <a:spcPts val="0"/>
              </a:spcAft>
              <a:buSzPts val="2240"/>
              <a:buChar char="◦"/>
              <a:defRPr sz="20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250"/>
              </a:spcBef>
              <a:spcAft>
                <a:spcPts val="0"/>
              </a:spcAft>
              <a:buSzPts val="1700"/>
              <a:buNone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Google Shape;60;p45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61" name="Google Shape;61;p45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62" name="Google Shape;62;p45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66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6"/>
          <p:cNvSpPr/>
          <p:nvPr/>
        </p:nvSpPr>
        <p:spPr>
          <a:xfrm>
            <a:off x="406401" y="328613"/>
            <a:ext cx="11377084" cy="6197600"/>
          </a:xfrm>
          <a:prstGeom prst="roundRect">
            <a:avLst>
              <a:gd name="adj" fmla="val 2081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w="9525" cap="rnd" cmpd="sng">
            <a:solidFill>
              <a:srgbClr val="A2A0A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50800" dir="54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5" name="Google Shape;65;p46"/>
          <p:cNvSpPr/>
          <p:nvPr/>
        </p:nvSpPr>
        <p:spPr>
          <a:xfrm>
            <a:off x="8534400" y="433388"/>
            <a:ext cx="30988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6" name="Google Shape;66;p46"/>
          <p:cNvSpPr txBox="1">
            <a:spLocks noGrp="1"/>
          </p:cNvSpPr>
          <p:nvPr>
            <p:ph type="title"/>
          </p:nvPr>
        </p:nvSpPr>
        <p:spPr>
          <a:xfrm>
            <a:off x="609600" y="5012056"/>
            <a:ext cx="109728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02642"/>
              </a:buClr>
              <a:buSzPts val="3600"/>
              <a:buFont typeface="Verdana"/>
              <a:buNone/>
              <a:defRPr sz="3600" b="0">
                <a:solidFill>
                  <a:srgbClr val="10264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" name="Google Shape;67;p46"/>
          <p:cNvSpPr txBox="1">
            <a:spLocks noGrp="1"/>
          </p:cNvSpPr>
          <p:nvPr>
            <p:ph type="body" idx="1"/>
          </p:nvPr>
        </p:nvSpPr>
        <p:spPr>
          <a:xfrm>
            <a:off x="8616949" y="533400"/>
            <a:ext cx="2987040" cy="42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FFFFFF"/>
                </a:solidFill>
              </a:defRPr>
            </a:lvl1pPr>
            <a:lvl2pPr marL="914400" lvl="1" indent="-304800" algn="l">
              <a:spcBef>
                <a:spcPts val="250"/>
              </a:spcBef>
              <a:spcAft>
                <a:spcPts val="0"/>
              </a:spcAft>
              <a:buSzPts val="1200"/>
              <a:buChar char="◦"/>
              <a:defRPr sz="1200">
                <a:solidFill>
                  <a:srgbClr val="FFFFFF"/>
                </a:solidFill>
              </a:defRPr>
            </a:lvl2pPr>
            <a:lvl3pPr marL="1371600" lvl="2" indent="-292100" algn="l">
              <a:spcBef>
                <a:spcPts val="25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rgbClr val="FFFFFF"/>
                </a:solidFill>
              </a:defRPr>
            </a:lvl3pPr>
            <a:lvl4pPr marL="1828800" lvl="3" indent="-292608" algn="l">
              <a:spcBef>
                <a:spcPts val="225"/>
              </a:spcBef>
              <a:spcAft>
                <a:spcPts val="0"/>
              </a:spcAft>
              <a:buSzPts val="1008"/>
              <a:buChar char="◦"/>
              <a:defRPr sz="900">
                <a:solidFill>
                  <a:srgbClr val="FFFFFF"/>
                </a:solidFill>
              </a:defRPr>
            </a:lvl4pPr>
            <a:lvl5pPr marL="2286000" lvl="4" indent="-285750" algn="l">
              <a:spcBef>
                <a:spcPts val="250"/>
              </a:spcBef>
              <a:spcAft>
                <a:spcPts val="0"/>
              </a:spcAft>
              <a:buSzPts val="900"/>
              <a:buChar char="●"/>
              <a:defRPr sz="900">
                <a:solidFill>
                  <a:srgbClr val="FFFFFF"/>
                </a:solidFill>
              </a:defRPr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Google Shape;68;p46"/>
          <p:cNvSpPr>
            <a:spLocks noGrp="1"/>
          </p:cNvSpPr>
          <p:nvPr>
            <p:ph type="pic" idx="2"/>
          </p:nvPr>
        </p:nvSpPr>
        <p:spPr>
          <a:xfrm>
            <a:off x="561973" y="435768"/>
            <a:ext cx="7900416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rgbClr val="0A192B"/>
          </a:solidFill>
          <a:ln>
            <a:noFill/>
          </a:ln>
        </p:spPr>
      </p:sp>
      <p:sp>
        <p:nvSpPr>
          <p:cNvPr id="69" name="Google Shape;69;p46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70" name="Google Shape;70;p46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71" name="Google Shape;71;p46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35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7"/>
          <p:cNvSpPr txBox="1">
            <a:spLocks noGrp="1"/>
          </p:cNvSpPr>
          <p:nvPr>
            <p:ph type="title"/>
          </p:nvPr>
        </p:nvSpPr>
        <p:spPr>
          <a:xfrm>
            <a:off x="670560" y="4983480"/>
            <a:ext cx="1091184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4" name="Google Shape;74;p47"/>
          <p:cNvSpPr txBox="1">
            <a:spLocks noGrp="1"/>
          </p:cNvSpPr>
          <p:nvPr>
            <p:ph type="body" idx="1"/>
          </p:nvPr>
        </p:nvSpPr>
        <p:spPr>
          <a:xfrm rot="5400000">
            <a:off x="4032504" y="-2831592"/>
            <a:ext cx="4187952" cy="1091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2004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56616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Google Shape;75;p47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76" name="Google Shape;76;p47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77" name="Google Shape;77;p47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310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8"/>
          <p:cNvSpPr txBox="1">
            <a:spLocks noGrp="1"/>
          </p:cNvSpPr>
          <p:nvPr>
            <p:ph type="title"/>
          </p:nvPr>
        </p:nvSpPr>
        <p:spPr>
          <a:xfrm rot="5400000">
            <a:off x="7531102" y="1841504"/>
            <a:ext cx="5257799" cy="2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" name="Google Shape;80;p48"/>
          <p:cNvSpPr txBox="1">
            <a:spLocks noGrp="1"/>
          </p:cNvSpPr>
          <p:nvPr>
            <p:ph type="body" idx="1"/>
          </p:nvPr>
        </p:nvSpPr>
        <p:spPr>
          <a:xfrm rot="5400000">
            <a:off x="2044701" y="-800097"/>
            <a:ext cx="5257801" cy="79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2004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56616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Google Shape;81;p48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82" name="Google Shape;82;p48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83" name="Google Shape;83;p48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450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>
            <a:spLocks noGrp="1"/>
          </p:cNvSpPr>
          <p:nvPr>
            <p:ph type="title"/>
          </p:nvPr>
        </p:nvSpPr>
        <p:spPr>
          <a:xfrm>
            <a:off x="670985" y="4986339"/>
            <a:ext cx="10911417" cy="105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7" name="Google Shape;7;p37"/>
          <p:cNvSpPr txBox="1">
            <a:spLocks noGrp="1"/>
          </p:cNvSpPr>
          <p:nvPr>
            <p:ph type="body" idx="1"/>
          </p:nvPr>
        </p:nvSpPr>
        <p:spPr>
          <a:xfrm>
            <a:off x="670984" y="530226"/>
            <a:ext cx="10911416" cy="418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marR="0" lvl="0" indent="-370840" algn="l" rtl="0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  <a:defRPr sz="2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81000" algn="l" rtl="0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Char char="◦"/>
              <a:defRPr sz="24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68300" algn="l" rtl="0">
              <a:spcBef>
                <a:spcPts val="250"/>
              </a:spcBef>
              <a:spcAft>
                <a:spcPts val="0"/>
              </a:spcAft>
              <a:buClr>
                <a:srgbClr val="FF3D39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63728" algn="l" rtl="0">
              <a:spcBef>
                <a:spcPts val="225"/>
              </a:spcBef>
              <a:spcAft>
                <a:spcPts val="0"/>
              </a:spcAft>
              <a:buClr>
                <a:srgbClr val="FF3D39"/>
              </a:buClr>
              <a:buSzPts val="2128"/>
              <a:buFont typeface="Verdana"/>
              <a:buChar char="◦"/>
              <a:defRPr sz="19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250"/>
              </a:spcBef>
              <a:spcAft>
                <a:spcPts val="0"/>
              </a:spcAft>
              <a:buClr>
                <a:srgbClr val="BEFF4B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6550" algn="l" rtl="0">
              <a:spcBef>
                <a:spcPts val="250"/>
              </a:spcBef>
              <a:spcAft>
                <a:spcPts val="0"/>
              </a:spcAft>
              <a:buClr>
                <a:srgbClr val="BFFF49"/>
              </a:buClr>
              <a:buSzPts val="1700"/>
              <a:buFont typeface="Verdana"/>
              <a:buChar char="◦"/>
              <a:defRPr sz="17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23850" algn="l" rtl="0">
              <a:spcBef>
                <a:spcPts val="255"/>
              </a:spcBef>
              <a:spcAft>
                <a:spcPts val="0"/>
              </a:spcAft>
              <a:buClr>
                <a:srgbClr val="BFFF49"/>
              </a:buClr>
              <a:buSzPts val="1500"/>
              <a:buFont typeface="Noto Sans Symbols"/>
              <a:buChar char="●"/>
              <a:defRPr sz="15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23850" algn="l" rtl="0">
              <a:spcBef>
                <a:spcPts val="255"/>
              </a:spcBef>
              <a:spcAft>
                <a:spcPts val="0"/>
              </a:spcAft>
              <a:buClr>
                <a:srgbClr val="BFFF49"/>
              </a:buClr>
              <a:buSzPts val="1500"/>
              <a:buFont typeface="Verdana"/>
              <a:buChar char="◦"/>
              <a:defRPr sz="15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23850" algn="l" rtl="0">
              <a:spcBef>
                <a:spcPts val="255"/>
              </a:spcBef>
              <a:spcAft>
                <a:spcPts val="0"/>
              </a:spcAft>
              <a:buClr>
                <a:srgbClr val="BFFF49"/>
              </a:buClr>
              <a:buSzPts val="1500"/>
              <a:buFont typeface="Noto Sans Symbols"/>
              <a:buChar char="●"/>
              <a:defRPr sz="15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p37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6355B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/>
          </a:p>
        </p:txBody>
      </p:sp>
      <p:sp>
        <p:nvSpPr>
          <p:cNvPr id="9" name="Google Shape;9;p37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6355B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/>
          </a:p>
        </p:txBody>
      </p:sp>
      <p:sp>
        <p:nvSpPr>
          <p:cNvPr id="10" name="Google Shape;10;p37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2460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383406" y="462013"/>
            <a:ext cx="11425200" cy="3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Unit-3 (Lecture-11)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444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AutoNum type="arabicPeriod"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series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444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AutoNum type="arabicPeriod"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Alphabet series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/>
        </p:nvSpPr>
        <p:spPr>
          <a:xfrm>
            <a:off x="375385" y="519764"/>
            <a:ext cx="11309700" cy="47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series</a:t>
            </a:r>
            <a:endParaRPr sz="3400" b="1">
              <a:solidFill>
                <a:srgbClr val="833C0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b="1">
              <a:solidFill>
                <a:srgbClr val="833C0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52070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AutoNum type="arabicPeriod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Primes  numbers based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52070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AutoNum type="arabicPeriod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Perfect Squares or Cubes Series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52070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AutoNum type="arabicPeriod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 or subtraction series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52070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AutoNum type="arabicPeriod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Multiplicative series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52070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AutoNum type="arabicPeriod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Pattern-Based Series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520700" algn="just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AutoNum type="arabicPeriod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Alternative series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33020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3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492369" y="858128"/>
            <a:ext cx="1106767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 : 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next term in the series.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2, 5, 8, 11, 14, 17,...........,23.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21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19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20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22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492369" y="703384"/>
            <a:ext cx="1106767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2 : 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next term in the series.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45, 38, 31, 24, 17, ...........,3.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15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14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10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12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/>
        </p:nvSpPr>
        <p:spPr>
          <a:xfrm>
            <a:off x="647113" y="900332"/>
            <a:ext cx="10912925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3: 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next term in the series.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2, 3, 5, 7, 11, 13, ...........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15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17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19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21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/>
        </p:nvSpPr>
        <p:spPr>
          <a:xfrm>
            <a:off x="478302" y="773722"/>
            <a:ext cx="11081737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5 : 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next term in the series.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2, 6, 18, 54, 162,.........,1458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486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810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648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480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/>
        </p:nvSpPr>
        <p:spPr>
          <a:xfrm>
            <a:off x="548639" y="801858"/>
            <a:ext cx="11011399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6 : 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next term in the series.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3, 12, 48, 192,............,3072.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384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576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768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960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/>
        </p:nvSpPr>
        <p:spPr>
          <a:xfrm>
            <a:off x="633045" y="815926"/>
            <a:ext cx="10926993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7 : 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next term in the series.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32, 48, 72, 108, .........., 243.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132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162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160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154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/>
        </p:nvSpPr>
        <p:spPr>
          <a:xfrm>
            <a:off x="464234" y="815926"/>
            <a:ext cx="11095805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8 : 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next term in the series.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0, 4, 16, 36, 64, ........ 144.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100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81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121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94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"/>
          <p:cNvSpPr txBox="1"/>
          <p:nvPr/>
        </p:nvSpPr>
        <p:spPr>
          <a:xfrm>
            <a:off x="478302" y="872196"/>
            <a:ext cx="11081737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9 : 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next term in the series.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0, 3, 8, 15, 24, 35, 48, ..........,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54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58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61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63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/>
          <p:nvPr/>
        </p:nvSpPr>
        <p:spPr>
          <a:xfrm>
            <a:off x="492369" y="815926"/>
            <a:ext cx="1106767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10 : 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next term in the series.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17, 30, 41, 50, __, 62, 65.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54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52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57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61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 txBox="1"/>
          <p:nvPr/>
        </p:nvSpPr>
        <p:spPr>
          <a:xfrm>
            <a:off x="633045" y="717452"/>
            <a:ext cx="10926993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11: 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next term in the series.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2, 6, 12, 20, ............, 42.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30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34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38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39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/>
          <p:nvPr/>
        </p:nvSpPr>
        <p:spPr>
          <a:xfrm>
            <a:off x="633045" y="886264"/>
            <a:ext cx="10926993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12: 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next term in the series.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1, 8, 27, 64, 125, 216, ......... .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343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512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729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325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/>
          <p:nvPr/>
        </p:nvSpPr>
        <p:spPr>
          <a:xfrm>
            <a:off x="562707" y="914400"/>
            <a:ext cx="10997331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13: 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missing term in the series : 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 20, 63, 144, 275, ?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354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468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548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554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/>
        </p:nvSpPr>
        <p:spPr>
          <a:xfrm>
            <a:off x="520505" y="745588"/>
            <a:ext cx="11039534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14: 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missing term in the series : 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5, 9, 19, 37, ?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73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75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76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78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/>
        </p:nvSpPr>
        <p:spPr>
          <a:xfrm>
            <a:off x="506437" y="970670"/>
            <a:ext cx="11053602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15: 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following alphabet series , one term missing as shown by question mark . Choose missing term from  options.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Y, W, U, S, Q, ?, ?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N, J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M, L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L, M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O, M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/>
        </p:nvSpPr>
        <p:spPr>
          <a:xfrm>
            <a:off x="506437" y="1041008"/>
            <a:ext cx="11053602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16: 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missing term WFB, TGD, QHG, ?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NIJ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NIK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OJK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NLK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/>
        </p:nvSpPr>
        <p:spPr>
          <a:xfrm>
            <a:off x="520505" y="787790"/>
            <a:ext cx="11039534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17: 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term comes next in the sequence: 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828800" marR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AC, FH, KM, PR, ?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UW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VW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UX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TV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[E] None of these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289ccb3547_4_0"/>
          <p:cNvSpPr txBox="1"/>
          <p:nvPr/>
        </p:nvSpPr>
        <p:spPr>
          <a:xfrm>
            <a:off x="534571" y="858128"/>
            <a:ext cx="11025467" cy="588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18: 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term comes next in the sequence: 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JAF, JEF, JIF, JOF, ?</a:t>
            </a:r>
            <a:endParaRPr sz="3000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A. PIG</a:t>
            </a:r>
            <a:endParaRPr sz="3000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6875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B. PET</a:t>
            </a:r>
            <a:endParaRPr sz="3000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6875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C. JUF</a:t>
            </a:r>
            <a:endParaRPr sz="3000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6875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D. POT</a:t>
            </a:r>
            <a:endParaRPr sz="3000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89ccb3547_4_5"/>
          <p:cNvSpPr txBox="1"/>
          <p:nvPr/>
        </p:nvSpPr>
        <p:spPr>
          <a:xfrm>
            <a:off x="562707" y="956602"/>
            <a:ext cx="10997331" cy="45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19: 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term comes next in the sequence: 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WXCD, UVEF, STGH, QRIJ, ?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OPKL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AYBZ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JIRQ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LRMS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 None of these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89ccb3547_4_12"/>
          <p:cNvSpPr txBox="1"/>
          <p:nvPr/>
        </p:nvSpPr>
        <p:spPr>
          <a:xfrm>
            <a:off x="510139" y="490888"/>
            <a:ext cx="11049900" cy="45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20: 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term comes next in the sequence: 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SAB, ?, QCD, PDD, OEF, NFF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CBT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ABR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BCT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RBB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 None of these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C:\Users\User\Desktop\Blood relationship\thankyou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1163" y="687388"/>
            <a:ext cx="8829675" cy="548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spec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PEA-305_L3_Number system </Template>
  <TotalTime>14043</TotalTime>
  <Words>815</Words>
  <Application>Microsoft Office PowerPoint</Application>
  <PresentationFormat>Widescreen</PresentationFormat>
  <Paragraphs>199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Noto Sans Symbols</vt:lpstr>
      <vt:lpstr>Times New Roman</vt:lpstr>
      <vt:lpstr>Verdana</vt:lpstr>
      <vt:lpstr>Aspect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pradeep panwar</dc:creator>
  <cp:lastModifiedBy>Chandrabhushan kumar sinha</cp:lastModifiedBy>
  <cp:revision>6</cp:revision>
  <dcterms:created xsi:type="dcterms:W3CDTF">2022-02-20T13:44:06Z</dcterms:created>
  <dcterms:modified xsi:type="dcterms:W3CDTF">2026-02-25T09:43:04Z</dcterms:modified>
</cp:coreProperties>
</file>