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8"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iQ8Hew8WOdeZCMKKRycbQyoDQp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70598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E</a:t>
            </a:r>
            <a:endParaRPr dirty="0"/>
          </a:p>
        </p:txBody>
      </p:sp>
      <p:sp>
        <p:nvSpPr>
          <p:cNvPr id="96" name="Google Shape;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D</a:t>
            </a:r>
            <a:endParaRPr dirty="0"/>
          </a:p>
        </p:txBody>
      </p:sp>
      <p:sp>
        <p:nvSpPr>
          <p:cNvPr id="101" name="Google Shape;1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C</a:t>
            </a:r>
            <a:endParaRPr dirty="0"/>
          </a:p>
        </p:txBody>
      </p:sp>
      <p:sp>
        <p:nvSpPr>
          <p:cNvPr id="106" name="Google Shape;10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C</a:t>
            </a:r>
            <a:endParaRPr dirty="0"/>
          </a:p>
        </p:txBody>
      </p:sp>
      <p:sp>
        <p:nvSpPr>
          <p:cNvPr id="111" name="Google Shape;11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t>
            </a:r>
            <a:endParaRPr/>
          </a:p>
        </p:txBody>
      </p:sp>
      <p:sp>
        <p:nvSpPr>
          <p:cNvPr id="117" name="Google Shape;11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a:t>
            </a:r>
            <a:endParaRPr dirty="0"/>
          </a:p>
        </p:txBody>
      </p:sp>
      <p:sp>
        <p:nvSpPr>
          <p:cNvPr id="123" name="Google Shape;12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t>
            </a:r>
            <a:endParaRPr/>
          </a:p>
        </p:txBody>
      </p:sp>
      <p:sp>
        <p:nvSpPr>
          <p:cNvPr id="129" name="Google Shape;12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t>
            </a:r>
            <a:endParaRPr/>
          </a:p>
        </p:txBody>
      </p:sp>
      <p:sp>
        <p:nvSpPr>
          <p:cNvPr id="135" name="Google Shape;13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a:t>
            </a:r>
            <a:endParaRPr dirty="0"/>
          </a:p>
        </p:txBody>
      </p:sp>
      <p:sp>
        <p:nvSpPr>
          <p:cNvPr id="140" name="Google Shape;14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t>
            </a:r>
            <a:endParaRPr/>
          </a:p>
        </p:txBody>
      </p:sp>
      <p:sp>
        <p:nvSpPr>
          <p:cNvPr id="146" name="Google Shape;14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E</a:t>
            </a:r>
            <a:endParaRPr dirty="0"/>
          </a:p>
        </p:txBody>
      </p:sp>
      <p:sp>
        <p:nvSpPr>
          <p:cNvPr id="151" name="Google Shape;15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a:t>
            </a:r>
            <a:endParaRPr/>
          </a:p>
        </p:txBody>
      </p:sp>
      <p:sp>
        <p:nvSpPr>
          <p:cNvPr id="157" name="Google Shape;15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C</a:t>
            </a:r>
            <a:endParaRPr dirty="0"/>
          </a:p>
        </p:txBody>
      </p:sp>
      <p:sp>
        <p:nvSpPr>
          <p:cNvPr id="162" name="Google Shape;16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D</a:t>
            </a:r>
            <a:endParaRPr dirty="0"/>
          </a:p>
        </p:txBody>
      </p:sp>
      <p:sp>
        <p:nvSpPr>
          <p:cNvPr id="167" name="Google Shape;16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a:t>
            </a:r>
            <a:endParaRPr dirty="0"/>
          </a:p>
        </p:txBody>
      </p:sp>
      <p:sp>
        <p:nvSpPr>
          <p:cNvPr id="172" name="Google Shape;17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a:t>
            </a:r>
            <a:endParaRPr dirty="0"/>
          </a:p>
        </p:txBody>
      </p:sp>
      <p:sp>
        <p:nvSpPr>
          <p:cNvPr id="177" name="Google Shape;17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289cef6e6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D</a:t>
            </a:r>
            <a:endParaRPr dirty="0"/>
          </a:p>
        </p:txBody>
      </p:sp>
      <p:sp>
        <p:nvSpPr>
          <p:cNvPr id="187" name="Google Shape;187;g3289cef6e6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289cef6e6d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D</a:t>
            </a:r>
            <a:endParaRPr dirty="0"/>
          </a:p>
        </p:txBody>
      </p:sp>
      <p:sp>
        <p:nvSpPr>
          <p:cNvPr id="192" name="Google Shape;192;g3289cef6e6d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1"/>
        <p:cNvGrpSpPr/>
        <p:nvPr/>
      </p:nvGrpSpPr>
      <p:grpSpPr>
        <a:xfrm>
          <a:off x="0" y="0"/>
          <a:ext cx="0" cy="0"/>
          <a:chOff x="0" y="0"/>
          <a:chExt cx="0" cy="0"/>
        </a:xfrm>
      </p:grpSpPr>
      <p:sp>
        <p:nvSpPr>
          <p:cNvPr id="12" name="Google Shape;12;p38"/>
          <p:cNvSpPr txBox="1">
            <a:spLocks noGrp="1"/>
          </p:cNvSpPr>
          <p:nvPr>
            <p:ph type="title"/>
          </p:nvPr>
        </p:nvSpPr>
        <p:spPr>
          <a:xfrm>
            <a:off x="670560" y="4983480"/>
            <a:ext cx="1091184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13" name="Google Shape;13;p38"/>
          <p:cNvSpPr txBox="1">
            <a:spLocks noGrp="1"/>
          </p:cNvSpPr>
          <p:nvPr>
            <p:ph type="body" idx="1"/>
          </p:nvPr>
        </p:nvSpPr>
        <p:spPr>
          <a:xfrm>
            <a:off x="670560" y="530352"/>
            <a:ext cx="10911840" cy="4187952"/>
          </a:xfrm>
          <a:prstGeom prst="rect">
            <a:avLst/>
          </a:prstGeom>
          <a:noFill/>
          <a:ln>
            <a:noFill/>
          </a:ln>
        </p:spPr>
        <p:txBody>
          <a:bodyPr spcFirstLastPara="1" wrap="square" lIns="182875" tIns="91425" rIns="91425" bIns="45700" anchor="t" anchorCtr="0">
            <a:noAutofit/>
          </a:bodyPr>
          <a:lstStyle>
            <a:lvl1pPr marL="457200" lvl="0" indent="-320040" algn="l">
              <a:spcBef>
                <a:spcPts val="250"/>
              </a:spcBef>
              <a:spcAft>
                <a:spcPts val="0"/>
              </a:spcAft>
              <a:buSzPts val="1440"/>
              <a:buChar char="⚫"/>
              <a:defRPr/>
            </a:lvl1pPr>
            <a:lvl2pPr marL="914400" lvl="1" indent="-342900" algn="l">
              <a:spcBef>
                <a:spcPts val="250"/>
              </a:spcBef>
              <a:spcAft>
                <a:spcPts val="0"/>
              </a:spcAft>
              <a:buSzPts val="1800"/>
              <a:buChar char="◦"/>
              <a:defRPr/>
            </a:lvl2pPr>
            <a:lvl3pPr marL="1371600" lvl="2" indent="-342900" algn="l">
              <a:spcBef>
                <a:spcPts val="250"/>
              </a:spcBef>
              <a:spcAft>
                <a:spcPts val="0"/>
              </a:spcAft>
              <a:buSzPts val="1800"/>
              <a:buChar char="●"/>
              <a:defRPr/>
            </a:lvl3pPr>
            <a:lvl4pPr marL="1828800" lvl="3" indent="-356616" algn="l">
              <a:spcBef>
                <a:spcPts val="225"/>
              </a:spcBef>
              <a:spcAft>
                <a:spcPts val="0"/>
              </a:spcAft>
              <a:buSzPts val="2016"/>
              <a:buChar char="◦"/>
              <a:defRPr/>
            </a:lvl4pPr>
            <a:lvl5pPr marL="2286000" lvl="4" indent="-342900" algn="l">
              <a:spcBef>
                <a:spcPts val="250"/>
              </a:spcBef>
              <a:spcAft>
                <a:spcPts val="0"/>
              </a:spcAft>
              <a:buSzPts val="1800"/>
              <a:buChar char="●"/>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14" name="Google Shape;14;p38"/>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15" name="Google Shape;15;p38"/>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16" name="Google Shape;16;p38"/>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28919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39"/>
          <p:cNvSpPr/>
          <p:nvPr/>
        </p:nvSpPr>
        <p:spPr>
          <a:xfrm>
            <a:off x="406401" y="328613"/>
            <a:ext cx="11377084" cy="6197600"/>
          </a:xfrm>
          <a:prstGeom prst="roundRect">
            <a:avLst>
              <a:gd name="adj" fmla="val 2081"/>
            </a:avLst>
          </a:prstGeom>
          <a:gradFill>
            <a:gsLst>
              <a:gs pos="0">
                <a:srgbClr val="FFFFFF"/>
              </a:gs>
              <a:gs pos="98000">
                <a:srgbClr val="FFFFFF"/>
              </a:gs>
              <a:gs pos="99055">
                <a:srgbClr val="F6F6F6"/>
              </a:gs>
              <a:gs pos="100000">
                <a:srgbClr val="D8D8D8"/>
              </a:gs>
            </a:gsLst>
            <a:lin ang="5400000" scaled="0"/>
          </a:gradFill>
          <a:ln w="9525" cap="rnd" cmpd="sng">
            <a:solidFill>
              <a:srgbClr val="A2A0A0"/>
            </a:solidFill>
            <a:prstDash val="solid"/>
            <a:round/>
            <a:headEnd type="none" w="sm" len="sm"/>
            <a:tailEnd type="none" w="sm" len="sm"/>
          </a:ln>
          <a:effectLst>
            <a:outerShdw blurRad="76200" dist="50800" dir="54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19" name="Google Shape;19;p39"/>
          <p:cNvSpPr txBox="1">
            <a:spLocks noGrp="1"/>
          </p:cNvSpPr>
          <p:nvPr>
            <p:ph type="ctrTitle"/>
          </p:nvPr>
        </p:nvSpPr>
        <p:spPr>
          <a:xfrm>
            <a:off x="963168" y="1820206"/>
            <a:ext cx="10363200" cy="1828800"/>
          </a:xfrm>
          <a:prstGeom prst="rect">
            <a:avLst/>
          </a:prstGeom>
          <a:noFill/>
          <a:ln>
            <a:noFill/>
          </a:ln>
        </p:spPr>
        <p:txBody>
          <a:bodyPr spcFirstLastPara="1" wrap="square" lIns="45700" tIns="45700" rIns="45700" bIns="45700" anchor="b" anchorCtr="0">
            <a:normAutofit/>
          </a:bodyPr>
          <a:lstStyle>
            <a:lvl1pPr lvl="0" algn="r">
              <a:spcBef>
                <a:spcPts val="0"/>
              </a:spcBef>
              <a:spcAft>
                <a:spcPts val="0"/>
              </a:spcAft>
              <a:buSzPts val="1400"/>
              <a:buNone/>
              <a:defRPr sz="4500" b="1">
                <a:solidFill>
                  <a:srgbClr val="6393D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20" name="Google Shape;20;p39"/>
          <p:cNvSpPr txBox="1">
            <a:spLocks noGrp="1"/>
          </p:cNvSpPr>
          <p:nvPr>
            <p:ph type="subTitle" idx="1"/>
          </p:nvPr>
        </p:nvSpPr>
        <p:spPr>
          <a:xfrm>
            <a:off x="963168" y="3685032"/>
            <a:ext cx="10363200" cy="914400"/>
          </a:xfrm>
          <a:prstGeom prst="rect">
            <a:avLst/>
          </a:prstGeom>
          <a:noFill/>
          <a:ln>
            <a:noFill/>
          </a:ln>
        </p:spPr>
        <p:txBody>
          <a:bodyPr spcFirstLastPara="1" wrap="square" lIns="182875" tIns="0" rIns="91425" bIns="45700" anchor="t" anchorCtr="0">
            <a:noAutofit/>
          </a:bodyPr>
          <a:lstStyle>
            <a:lvl1pPr lvl="0" algn="r">
              <a:spcBef>
                <a:spcPts val="0"/>
              </a:spcBef>
              <a:spcAft>
                <a:spcPts val="0"/>
              </a:spcAft>
              <a:buSzPts val="1600"/>
              <a:buNone/>
              <a:defRPr sz="2000">
                <a:solidFill>
                  <a:srgbClr val="102642"/>
                </a:solidFill>
              </a:defRPr>
            </a:lvl1pPr>
            <a:lvl2pPr lvl="1" algn="ctr">
              <a:spcBef>
                <a:spcPts val="250"/>
              </a:spcBef>
              <a:spcAft>
                <a:spcPts val="0"/>
              </a:spcAft>
              <a:buSzPts val="1800"/>
              <a:buNone/>
              <a:defRPr/>
            </a:lvl2pPr>
            <a:lvl3pPr lvl="2" algn="ctr">
              <a:spcBef>
                <a:spcPts val="250"/>
              </a:spcBef>
              <a:spcAft>
                <a:spcPts val="0"/>
              </a:spcAft>
              <a:buSzPts val="1800"/>
              <a:buNone/>
              <a:defRPr/>
            </a:lvl3pPr>
            <a:lvl4pPr lvl="3" algn="ctr">
              <a:spcBef>
                <a:spcPts val="225"/>
              </a:spcBef>
              <a:spcAft>
                <a:spcPts val="0"/>
              </a:spcAft>
              <a:buSzPts val="2016"/>
              <a:buNone/>
              <a:defRPr/>
            </a:lvl4pPr>
            <a:lvl5pPr lvl="4" algn="ctr">
              <a:spcBef>
                <a:spcPts val="250"/>
              </a:spcBef>
              <a:spcAft>
                <a:spcPts val="0"/>
              </a:spcAft>
              <a:buSzPts val="1800"/>
              <a:buNone/>
              <a:defRPr/>
            </a:lvl5pPr>
            <a:lvl6pPr lvl="5" algn="ctr">
              <a:spcBef>
                <a:spcPts val="250"/>
              </a:spcBef>
              <a:spcAft>
                <a:spcPts val="0"/>
              </a:spcAft>
              <a:buSzPts val="1800"/>
              <a:buNone/>
              <a:defRPr/>
            </a:lvl6pPr>
            <a:lvl7pPr lvl="6" algn="ctr">
              <a:spcBef>
                <a:spcPts val="255"/>
              </a:spcBef>
              <a:spcAft>
                <a:spcPts val="0"/>
              </a:spcAft>
              <a:buSzPts val="1800"/>
              <a:buNone/>
              <a:defRPr/>
            </a:lvl7pPr>
            <a:lvl8pPr lvl="7" algn="ctr">
              <a:spcBef>
                <a:spcPts val="255"/>
              </a:spcBef>
              <a:spcAft>
                <a:spcPts val="0"/>
              </a:spcAft>
              <a:buSzPts val="1800"/>
              <a:buNone/>
              <a:defRPr/>
            </a:lvl8pPr>
            <a:lvl9pPr lvl="8" algn="ctr">
              <a:spcBef>
                <a:spcPts val="255"/>
              </a:spcBef>
              <a:spcAft>
                <a:spcPts val="0"/>
              </a:spcAft>
              <a:buSzPts val="1800"/>
              <a:buNone/>
              <a:defRPr/>
            </a:lvl9pPr>
          </a:lstStyle>
          <a:p>
            <a:r>
              <a:rPr lang="en-US"/>
              <a:t>Click to edit Master subtitle style</a:t>
            </a:r>
            <a:endParaRPr/>
          </a:p>
        </p:txBody>
      </p:sp>
      <p:sp>
        <p:nvSpPr>
          <p:cNvPr id="21" name="Google Shape;21;p39"/>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2" name="Google Shape;22;p39"/>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3" name="Google Shape;23;p39"/>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1pPr>
            <a:lvl2pPr marL="0" lvl="1"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2pPr>
            <a:lvl3pPr marL="0" lvl="2"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3pPr>
            <a:lvl4pPr marL="0" lvl="3"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4pPr>
            <a:lvl5pPr marL="0" lvl="4"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5pPr>
            <a:lvl6pPr marL="0" lvl="5"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6pPr>
            <a:lvl7pPr marL="0" lvl="6"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7pPr>
            <a:lvl8pPr marL="0" lvl="7"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8pPr>
            <a:lvl9pPr marL="0" lvl="8"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81510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4"/>
        <p:cNvGrpSpPr/>
        <p:nvPr/>
      </p:nvGrpSpPr>
      <p:grpSpPr>
        <a:xfrm>
          <a:off x="0" y="0"/>
          <a:ext cx="0" cy="0"/>
          <a:chOff x="0" y="0"/>
          <a:chExt cx="0" cy="0"/>
        </a:xfrm>
      </p:grpSpPr>
      <p:sp>
        <p:nvSpPr>
          <p:cNvPr id="25" name="Google Shape;25;p40"/>
          <p:cNvSpPr txBox="1">
            <a:spLocks noGrp="1"/>
          </p:cNvSpPr>
          <p:nvPr>
            <p:ph type="title"/>
          </p:nvPr>
        </p:nvSpPr>
        <p:spPr>
          <a:xfrm>
            <a:off x="624459" y="4928616"/>
            <a:ext cx="10911840" cy="676656"/>
          </a:xfrm>
          <a:prstGeom prst="rect">
            <a:avLst/>
          </a:prstGeom>
          <a:noFill/>
          <a:ln>
            <a:noFill/>
          </a:ln>
        </p:spPr>
        <p:txBody>
          <a:bodyPr spcFirstLastPara="1" wrap="square" lIns="91425" tIns="45700" rIns="91425" bIns="0" anchor="b" anchorCtr="0">
            <a:normAutofit/>
          </a:bodyPr>
          <a:lstStyle>
            <a:lvl1pPr lvl="0" algn="l">
              <a:spcBef>
                <a:spcPts val="0"/>
              </a:spcBef>
              <a:spcAft>
                <a:spcPts val="0"/>
              </a:spcAft>
              <a:buClr>
                <a:srgbClr val="102642"/>
              </a:buClr>
              <a:buSzPts val="3600"/>
              <a:buFont typeface="Verdana"/>
              <a:buNone/>
              <a:defRPr sz="3600" b="0" cap="none">
                <a:solidFill>
                  <a:srgbClr val="10264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26" name="Google Shape;26;p40"/>
          <p:cNvSpPr txBox="1">
            <a:spLocks noGrp="1"/>
          </p:cNvSpPr>
          <p:nvPr>
            <p:ph type="body" idx="1"/>
          </p:nvPr>
        </p:nvSpPr>
        <p:spPr>
          <a:xfrm>
            <a:off x="624459" y="5624484"/>
            <a:ext cx="10911840" cy="420624"/>
          </a:xfrm>
          <a:prstGeom prst="rect">
            <a:avLst/>
          </a:prstGeom>
          <a:noFill/>
          <a:ln>
            <a:noFill/>
          </a:ln>
        </p:spPr>
        <p:txBody>
          <a:bodyPr spcFirstLastPara="1" wrap="square" lIns="118850" tIns="0" rIns="91425" bIns="45700" anchor="t" anchorCtr="0">
            <a:noAutofit/>
          </a:bodyPr>
          <a:lstStyle>
            <a:lvl1pPr marL="457200" marR="36830" lvl="0" indent="-228600" algn="l">
              <a:spcBef>
                <a:spcPts val="0"/>
              </a:spcBef>
              <a:spcAft>
                <a:spcPts val="0"/>
              </a:spcAft>
              <a:buSzPts val="1440"/>
              <a:buNone/>
              <a:defRPr sz="1800" b="0">
                <a:solidFill>
                  <a:srgbClr val="345D8D"/>
                </a:solidFill>
              </a:defRPr>
            </a:lvl1pPr>
            <a:lvl2pPr marL="914400" lvl="1" indent="-228600" algn="l">
              <a:spcBef>
                <a:spcPts val="250"/>
              </a:spcBef>
              <a:spcAft>
                <a:spcPts val="0"/>
              </a:spcAft>
              <a:buSzPts val="1800"/>
              <a:buNone/>
              <a:defRPr sz="1800">
                <a:solidFill>
                  <a:schemeClr val="lt1"/>
                </a:solidFill>
              </a:defRPr>
            </a:lvl2pPr>
            <a:lvl3pPr marL="1371600" lvl="2" indent="-228600" algn="l">
              <a:spcBef>
                <a:spcPts val="250"/>
              </a:spcBef>
              <a:spcAft>
                <a:spcPts val="0"/>
              </a:spcAft>
              <a:buSzPts val="1600"/>
              <a:buNone/>
              <a:defRPr sz="1600">
                <a:solidFill>
                  <a:schemeClr val="lt1"/>
                </a:solidFill>
              </a:defRPr>
            </a:lvl3pPr>
            <a:lvl4pPr marL="1828800" lvl="3" indent="-228600" algn="l">
              <a:spcBef>
                <a:spcPts val="225"/>
              </a:spcBef>
              <a:spcAft>
                <a:spcPts val="0"/>
              </a:spcAft>
              <a:buSzPts val="1568"/>
              <a:buNone/>
              <a:defRPr sz="1400">
                <a:solidFill>
                  <a:schemeClr val="lt1"/>
                </a:solidFill>
              </a:defRPr>
            </a:lvl4pPr>
            <a:lvl5pPr marL="2286000" lvl="4" indent="-228600" algn="l">
              <a:spcBef>
                <a:spcPts val="250"/>
              </a:spcBef>
              <a:spcAft>
                <a:spcPts val="0"/>
              </a:spcAft>
              <a:buSzPts val="1400"/>
              <a:buNone/>
              <a:defRPr sz="1400">
                <a:solidFill>
                  <a:schemeClr val="lt1"/>
                </a:solidFill>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27" name="Google Shape;27;p40"/>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8" name="Google Shape;28;p40"/>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9" name="Google Shape;29;p40"/>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06200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0"/>
        <p:cNvGrpSpPr/>
        <p:nvPr/>
      </p:nvGrpSpPr>
      <p:grpSpPr>
        <a:xfrm>
          <a:off x="0" y="0"/>
          <a:ext cx="0" cy="0"/>
          <a:chOff x="0" y="0"/>
          <a:chExt cx="0" cy="0"/>
        </a:xfrm>
      </p:grpSpPr>
      <p:sp>
        <p:nvSpPr>
          <p:cNvPr id="31" name="Google Shape;31;p41"/>
          <p:cNvSpPr txBox="1">
            <a:spLocks noGrp="1"/>
          </p:cNvSpPr>
          <p:nvPr>
            <p:ph type="title"/>
          </p:nvPr>
        </p:nvSpPr>
        <p:spPr>
          <a:xfrm>
            <a:off x="670985" y="4986339"/>
            <a:ext cx="10911417" cy="10509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32" name="Google Shape;32;p41"/>
          <p:cNvSpPr txBox="1">
            <a:spLocks noGrp="1"/>
          </p:cNvSpPr>
          <p:nvPr>
            <p:ph type="body" idx="1"/>
          </p:nvPr>
        </p:nvSpPr>
        <p:spPr>
          <a:xfrm>
            <a:off x="685803" y="530352"/>
            <a:ext cx="5242560" cy="4389120"/>
          </a:xfrm>
          <a:prstGeom prst="rect">
            <a:avLst/>
          </a:prstGeom>
          <a:noFill/>
          <a:ln>
            <a:noFill/>
          </a:ln>
        </p:spPr>
        <p:txBody>
          <a:bodyPr spcFirstLastPara="1" wrap="square" lIns="182875" tIns="91425" rIns="91425" bIns="45700" anchor="t" anchorCtr="0">
            <a:noAutofit/>
          </a:bodyPr>
          <a:lstStyle>
            <a:lvl1pPr marL="457200" lvl="0" indent="-360680" algn="l">
              <a:spcBef>
                <a:spcPts val="250"/>
              </a:spcBef>
              <a:spcAft>
                <a:spcPts val="0"/>
              </a:spcAft>
              <a:buSzPts val="2080"/>
              <a:buChar char="⚫"/>
              <a:defRPr sz="2600"/>
            </a:lvl1pPr>
            <a:lvl2pPr marL="914400" lvl="1" indent="-368300" algn="l">
              <a:spcBef>
                <a:spcPts val="250"/>
              </a:spcBef>
              <a:spcAft>
                <a:spcPts val="0"/>
              </a:spcAft>
              <a:buSzPts val="2200"/>
              <a:buChar char="◦"/>
              <a:defRPr sz="2200"/>
            </a:lvl2pPr>
            <a:lvl3pPr marL="1371600" lvl="2" indent="-355600" algn="l">
              <a:spcBef>
                <a:spcPts val="250"/>
              </a:spcBef>
              <a:spcAft>
                <a:spcPts val="0"/>
              </a:spcAft>
              <a:buSzPts val="2000"/>
              <a:buChar char="●"/>
              <a:defRPr sz="2000"/>
            </a:lvl3pPr>
            <a:lvl4pPr marL="1828800" lvl="3" indent="-356616" algn="l">
              <a:spcBef>
                <a:spcPts val="225"/>
              </a:spcBef>
              <a:spcAft>
                <a:spcPts val="0"/>
              </a:spcAft>
              <a:buSzPts val="2016"/>
              <a:buChar char="◦"/>
              <a:defRPr sz="1800"/>
            </a:lvl4pPr>
            <a:lvl5pPr marL="2286000" lvl="4" indent="-342900" algn="l">
              <a:spcBef>
                <a:spcPts val="250"/>
              </a:spcBef>
              <a:spcAft>
                <a:spcPts val="0"/>
              </a:spcAft>
              <a:buSzPts val="1800"/>
              <a:buChar char="●"/>
              <a:defRPr sz="18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33" name="Google Shape;33;p41"/>
          <p:cNvSpPr txBox="1">
            <a:spLocks noGrp="1"/>
          </p:cNvSpPr>
          <p:nvPr>
            <p:ph type="body" idx="2"/>
          </p:nvPr>
        </p:nvSpPr>
        <p:spPr>
          <a:xfrm>
            <a:off x="6340480" y="530352"/>
            <a:ext cx="5242560" cy="4389120"/>
          </a:xfrm>
          <a:prstGeom prst="rect">
            <a:avLst/>
          </a:prstGeom>
          <a:noFill/>
          <a:ln>
            <a:noFill/>
          </a:ln>
        </p:spPr>
        <p:txBody>
          <a:bodyPr spcFirstLastPara="1" wrap="square" lIns="182875" tIns="91425" rIns="91425" bIns="45700" anchor="t" anchorCtr="0">
            <a:noAutofit/>
          </a:bodyPr>
          <a:lstStyle>
            <a:lvl1pPr marL="457200" lvl="0" indent="-360680" algn="l">
              <a:spcBef>
                <a:spcPts val="250"/>
              </a:spcBef>
              <a:spcAft>
                <a:spcPts val="0"/>
              </a:spcAft>
              <a:buSzPts val="2080"/>
              <a:buChar char="⚫"/>
              <a:defRPr sz="2600"/>
            </a:lvl1pPr>
            <a:lvl2pPr marL="914400" lvl="1" indent="-368300" algn="l">
              <a:spcBef>
                <a:spcPts val="250"/>
              </a:spcBef>
              <a:spcAft>
                <a:spcPts val="0"/>
              </a:spcAft>
              <a:buSzPts val="2200"/>
              <a:buChar char="◦"/>
              <a:defRPr sz="2200"/>
            </a:lvl2pPr>
            <a:lvl3pPr marL="1371600" lvl="2" indent="-355600" algn="l">
              <a:spcBef>
                <a:spcPts val="250"/>
              </a:spcBef>
              <a:spcAft>
                <a:spcPts val="0"/>
              </a:spcAft>
              <a:buSzPts val="2000"/>
              <a:buChar char="●"/>
              <a:defRPr sz="2000"/>
            </a:lvl3pPr>
            <a:lvl4pPr marL="1828800" lvl="3" indent="-356616" algn="l">
              <a:spcBef>
                <a:spcPts val="225"/>
              </a:spcBef>
              <a:spcAft>
                <a:spcPts val="0"/>
              </a:spcAft>
              <a:buSzPts val="2016"/>
              <a:buChar char="◦"/>
              <a:defRPr sz="1800"/>
            </a:lvl4pPr>
            <a:lvl5pPr marL="2286000" lvl="4" indent="-342900" algn="l">
              <a:spcBef>
                <a:spcPts val="250"/>
              </a:spcBef>
              <a:spcAft>
                <a:spcPts val="0"/>
              </a:spcAft>
              <a:buSzPts val="1800"/>
              <a:buChar char="●"/>
              <a:defRPr sz="18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34" name="Google Shape;34;p41"/>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35" name="Google Shape;35;p41"/>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36" name="Google Shape;36;p41"/>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7573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7"/>
        <p:cNvGrpSpPr/>
        <p:nvPr/>
      </p:nvGrpSpPr>
      <p:grpSpPr>
        <a:xfrm>
          <a:off x="0" y="0"/>
          <a:ext cx="0" cy="0"/>
          <a:chOff x="0" y="0"/>
          <a:chExt cx="0" cy="0"/>
        </a:xfrm>
      </p:grpSpPr>
      <p:sp>
        <p:nvSpPr>
          <p:cNvPr id="38" name="Google Shape;38;p42"/>
          <p:cNvSpPr txBox="1">
            <a:spLocks noGrp="1"/>
          </p:cNvSpPr>
          <p:nvPr>
            <p:ph type="title"/>
          </p:nvPr>
        </p:nvSpPr>
        <p:spPr>
          <a:xfrm>
            <a:off x="670560" y="4983480"/>
            <a:ext cx="1091184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39" name="Google Shape;39;p42"/>
          <p:cNvSpPr txBox="1">
            <a:spLocks noGrp="1"/>
          </p:cNvSpPr>
          <p:nvPr>
            <p:ph type="body" idx="1"/>
          </p:nvPr>
        </p:nvSpPr>
        <p:spPr>
          <a:xfrm>
            <a:off x="809632" y="579438"/>
            <a:ext cx="5242560" cy="792162"/>
          </a:xfrm>
          <a:prstGeom prst="rect">
            <a:avLst/>
          </a:prstGeom>
          <a:noFill/>
          <a:ln>
            <a:noFill/>
          </a:ln>
        </p:spPr>
        <p:txBody>
          <a:bodyPr spcFirstLastPara="1" wrap="square" lIns="146300" tIns="91425" rIns="91425" bIns="45700" anchor="ctr" anchorCtr="0">
            <a:noAutofit/>
          </a:bodyPr>
          <a:lstStyle>
            <a:lvl1pPr marL="457200" lvl="0" indent="-228600" algn="l">
              <a:spcBef>
                <a:spcPts val="250"/>
              </a:spcBef>
              <a:spcAft>
                <a:spcPts val="0"/>
              </a:spcAft>
              <a:buSzPts val="1920"/>
              <a:buNone/>
              <a:defRPr sz="2400" b="1">
                <a:solidFill>
                  <a:schemeClr val="lt1"/>
                </a:solidFill>
              </a:defRPr>
            </a:lvl1pPr>
            <a:lvl2pPr marL="914400" lvl="1" indent="-228600" algn="l">
              <a:spcBef>
                <a:spcPts val="250"/>
              </a:spcBef>
              <a:spcAft>
                <a:spcPts val="0"/>
              </a:spcAft>
              <a:buSzPts val="2000"/>
              <a:buNone/>
              <a:defRPr sz="2000" b="1"/>
            </a:lvl2pPr>
            <a:lvl3pPr marL="1371600" lvl="2" indent="-228600" algn="l">
              <a:spcBef>
                <a:spcPts val="250"/>
              </a:spcBef>
              <a:spcAft>
                <a:spcPts val="0"/>
              </a:spcAft>
              <a:buSzPts val="1800"/>
              <a:buNone/>
              <a:defRPr sz="1800" b="1"/>
            </a:lvl3pPr>
            <a:lvl4pPr marL="1828800" lvl="3" indent="-228600" algn="l">
              <a:spcBef>
                <a:spcPts val="225"/>
              </a:spcBef>
              <a:spcAft>
                <a:spcPts val="0"/>
              </a:spcAft>
              <a:buSzPts val="1792"/>
              <a:buNone/>
              <a:defRPr sz="1600" b="1"/>
            </a:lvl4pPr>
            <a:lvl5pPr marL="2286000" lvl="4" indent="-228600" algn="l">
              <a:spcBef>
                <a:spcPts val="250"/>
              </a:spcBef>
              <a:spcAft>
                <a:spcPts val="0"/>
              </a:spcAft>
              <a:buSzPts val="1600"/>
              <a:buNone/>
              <a:defRPr sz="1600" b="1"/>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0" name="Google Shape;40;p42"/>
          <p:cNvSpPr txBox="1">
            <a:spLocks noGrp="1"/>
          </p:cNvSpPr>
          <p:nvPr>
            <p:ph type="body" idx="2"/>
          </p:nvPr>
        </p:nvSpPr>
        <p:spPr>
          <a:xfrm>
            <a:off x="6202892" y="579438"/>
            <a:ext cx="5242560" cy="792162"/>
          </a:xfrm>
          <a:prstGeom prst="rect">
            <a:avLst/>
          </a:prstGeom>
          <a:noFill/>
          <a:ln>
            <a:noFill/>
          </a:ln>
        </p:spPr>
        <p:txBody>
          <a:bodyPr spcFirstLastPara="1" wrap="square" lIns="137150" tIns="91425" rIns="91425" bIns="45700" anchor="ctr" anchorCtr="0">
            <a:noAutofit/>
          </a:bodyPr>
          <a:lstStyle>
            <a:lvl1pPr marL="457200" lvl="0" indent="-228600" algn="l">
              <a:spcBef>
                <a:spcPts val="250"/>
              </a:spcBef>
              <a:spcAft>
                <a:spcPts val="0"/>
              </a:spcAft>
              <a:buSzPts val="1920"/>
              <a:buNone/>
              <a:defRPr sz="2400" b="1">
                <a:solidFill>
                  <a:schemeClr val="lt1"/>
                </a:solidFill>
              </a:defRPr>
            </a:lvl1pPr>
            <a:lvl2pPr marL="914400" lvl="1" indent="-228600" algn="l">
              <a:spcBef>
                <a:spcPts val="250"/>
              </a:spcBef>
              <a:spcAft>
                <a:spcPts val="0"/>
              </a:spcAft>
              <a:buSzPts val="2000"/>
              <a:buNone/>
              <a:defRPr sz="2000" b="1"/>
            </a:lvl2pPr>
            <a:lvl3pPr marL="1371600" lvl="2" indent="-228600" algn="l">
              <a:spcBef>
                <a:spcPts val="250"/>
              </a:spcBef>
              <a:spcAft>
                <a:spcPts val="0"/>
              </a:spcAft>
              <a:buSzPts val="1800"/>
              <a:buNone/>
              <a:defRPr sz="1800" b="1"/>
            </a:lvl3pPr>
            <a:lvl4pPr marL="1828800" lvl="3" indent="-228600" algn="l">
              <a:spcBef>
                <a:spcPts val="225"/>
              </a:spcBef>
              <a:spcAft>
                <a:spcPts val="0"/>
              </a:spcAft>
              <a:buSzPts val="1792"/>
              <a:buNone/>
              <a:defRPr sz="1600" b="1"/>
            </a:lvl4pPr>
            <a:lvl5pPr marL="2286000" lvl="4" indent="-228600" algn="l">
              <a:spcBef>
                <a:spcPts val="250"/>
              </a:spcBef>
              <a:spcAft>
                <a:spcPts val="0"/>
              </a:spcAft>
              <a:buSzPts val="1600"/>
              <a:buNone/>
              <a:defRPr sz="1600" b="1"/>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1" name="Google Shape;41;p42"/>
          <p:cNvSpPr txBox="1">
            <a:spLocks noGrp="1"/>
          </p:cNvSpPr>
          <p:nvPr>
            <p:ph type="body" idx="3"/>
          </p:nvPr>
        </p:nvSpPr>
        <p:spPr>
          <a:xfrm>
            <a:off x="809632" y="1447800"/>
            <a:ext cx="5242560" cy="3489960"/>
          </a:xfrm>
          <a:prstGeom prst="rect">
            <a:avLst/>
          </a:prstGeom>
          <a:noFill/>
          <a:ln>
            <a:noFill/>
          </a:ln>
        </p:spPr>
        <p:txBody>
          <a:bodyPr spcFirstLastPara="1" wrap="square" lIns="182875" tIns="91425" rIns="91425" bIns="45700" anchor="t" anchorCtr="0">
            <a:noAutofit/>
          </a:bodyPr>
          <a:lstStyle>
            <a:lvl1pPr marL="457200" lvl="0" indent="-350520" algn="l">
              <a:spcBef>
                <a:spcPts val="250"/>
              </a:spcBef>
              <a:spcAft>
                <a:spcPts val="0"/>
              </a:spcAft>
              <a:buSzPts val="1920"/>
              <a:buChar char="⚫"/>
              <a:defRPr sz="2400"/>
            </a:lvl1pPr>
            <a:lvl2pPr marL="914400" lvl="1" indent="-355600" algn="l">
              <a:spcBef>
                <a:spcPts val="250"/>
              </a:spcBef>
              <a:spcAft>
                <a:spcPts val="0"/>
              </a:spcAft>
              <a:buSzPts val="2000"/>
              <a:buChar char="◦"/>
              <a:defRPr sz="2000"/>
            </a:lvl2pPr>
            <a:lvl3pPr marL="1371600" lvl="2" indent="-342900" algn="l">
              <a:spcBef>
                <a:spcPts val="250"/>
              </a:spcBef>
              <a:spcAft>
                <a:spcPts val="0"/>
              </a:spcAft>
              <a:buSzPts val="1800"/>
              <a:buChar char="●"/>
              <a:defRPr sz="1800"/>
            </a:lvl3pPr>
            <a:lvl4pPr marL="1828800" lvl="3" indent="-342392" algn="l">
              <a:spcBef>
                <a:spcPts val="225"/>
              </a:spcBef>
              <a:spcAft>
                <a:spcPts val="0"/>
              </a:spcAft>
              <a:buSzPts val="1792"/>
              <a:buChar char="◦"/>
              <a:defRPr sz="1600"/>
            </a:lvl4pPr>
            <a:lvl5pPr marL="2286000" lvl="4" indent="-330200" algn="l">
              <a:spcBef>
                <a:spcPts val="250"/>
              </a:spcBef>
              <a:spcAft>
                <a:spcPts val="0"/>
              </a:spcAft>
              <a:buSzPts val="1600"/>
              <a:buChar char="●"/>
              <a:defRPr sz="16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2" name="Google Shape;42;p42"/>
          <p:cNvSpPr txBox="1">
            <a:spLocks noGrp="1"/>
          </p:cNvSpPr>
          <p:nvPr>
            <p:ph type="body" idx="4"/>
          </p:nvPr>
        </p:nvSpPr>
        <p:spPr>
          <a:xfrm>
            <a:off x="6202892" y="1447800"/>
            <a:ext cx="5242560" cy="3489960"/>
          </a:xfrm>
          <a:prstGeom prst="rect">
            <a:avLst/>
          </a:prstGeom>
          <a:noFill/>
          <a:ln>
            <a:noFill/>
          </a:ln>
        </p:spPr>
        <p:txBody>
          <a:bodyPr spcFirstLastPara="1" wrap="square" lIns="182875" tIns="91425" rIns="91425" bIns="45700" anchor="t" anchorCtr="0">
            <a:noAutofit/>
          </a:bodyPr>
          <a:lstStyle>
            <a:lvl1pPr marL="457200" lvl="0" indent="-350520" algn="l">
              <a:spcBef>
                <a:spcPts val="250"/>
              </a:spcBef>
              <a:spcAft>
                <a:spcPts val="0"/>
              </a:spcAft>
              <a:buSzPts val="1920"/>
              <a:buChar char="⚫"/>
              <a:defRPr sz="2400"/>
            </a:lvl1pPr>
            <a:lvl2pPr marL="914400" lvl="1" indent="-355600" algn="l">
              <a:spcBef>
                <a:spcPts val="250"/>
              </a:spcBef>
              <a:spcAft>
                <a:spcPts val="0"/>
              </a:spcAft>
              <a:buSzPts val="2000"/>
              <a:buChar char="◦"/>
              <a:defRPr sz="2000"/>
            </a:lvl2pPr>
            <a:lvl3pPr marL="1371600" lvl="2" indent="-342900" algn="l">
              <a:spcBef>
                <a:spcPts val="250"/>
              </a:spcBef>
              <a:spcAft>
                <a:spcPts val="0"/>
              </a:spcAft>
              <a:buSzPts val="1800"/>
              <a:buChar char="●"/>
              <a:defRPr sz="1800"/>
            </a:lvl3pPr>
            <a:lvl4pPr marL="1828800" lvl="3" indent="-342392" algn="l">
              <a:spcBef>
                <a:spcPts val="225"/>
              </a:spcBef>
              <a:spcAft>
                <a:spcPts val="0"/>
              </a:spcAft>
              <a:buSzPts val="1792"/>
              <a:buChar char="◦"/>
              <a:defRPr sz="1600"/>
            </a:lvl4pPr>
            <a:lvl5pPr marL="2286000" lvl="4" indent="-330200" algn="l">
              <a:spcBef>
                <a:spcPts val="250"/>
              </a:spcBef>
              <a:spcAft>
                <a:spcPts val="0"/>
              </a:spcAft>
              <a:buSzPts val="1600"/>
              <a:buChar char="●"/>
              <a:defRPr sz="16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3" name="Google Shape;43;p42"/>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44" name="Google Shape;44;p42"/>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45" name="Google Shape;45;p42"/>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51079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6"/>
        <p:cNvGrpSpPr/>
        <p:nvPr/>
      </p:nvGrpSpPr>
      <p:grpSpPr>
        <a:xfrm>
          <a:off x="0" y="0"/>
          <a:ext cx="0" cy="0"/>
          <a:chOff x="0" y="0"/>
          <a:chExt cx="0" cy="0"/>
        </a:xfrm>
      </p:grpSpPr>
      <p:sp>
        <p:nvSpPr>
          <p:cNvPr id="47" name="Google Shape;47;p43"/>
          <p:cNvSpPr txBox="1">
            <a:spLocks noGrp="1"/>
          </p:cNvSpPr>
          <p:nvPr>
            <p:ph type="title"/>
          </p:nvPr>
        </p:nvSpPr>
        <p:spPr>
          <a:xfrm>
            <a:off x="670985" y="4986339"/>
            <a:ext cx="10911417" cy="10509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48" name="Google Shape;48;p43"/>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49" name="Google Shape;49;p43"/>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50" name="Google Shape;50;p43"/>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70818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51"/>
        <p:cNvGrpSpPr/>
        <p:nvPr/>
      </p:nvGrpSpPr>
      <p:grpSpPr>
        <a:xfrm>
          <a:off x="0" y="0"/>
          <a:ext cx="0" cy="0"/>
          <a:chOff x="0" y="0"/>
          <a:chExt cx="0" cy="0"/>
        </a:xfrm>
      </p:grpSpPr>
      <p:sp>
        <p:nvSpPr>
          <p:cNvPr id="52" name="Google Shape;52;p44"/>
          <p:cNvSpPr/>
          <p:nvPr/>
        </p:nvSpPr>
        <p:spPr>
          <a:xfrm>
            <a:off x="406401" y="328613"/>
            <a:ext cx="11377084" cy="6197600"/>
          </a:xfrm>
          <a:prstGeom prst="roundRect">
            <a:avLst>
              <a:gd name="adj" fmla="val 2081"/>
            </a:avLst>
          </a:prstGeom>
          <a:gradFill>
            <a:gsLst>
              <a:gs pos="0">
                <a:srgbClr val="FFFFFF"/>
              </a:gs>
              <a:gs pos="98000">
                <a:srgbClr val="FFFFFF"/>
              </a:gs>
              <a:gs pos="99055">
                <a:srgbClr val="F6F6F6"/>
              </a:gs>
              <a:gs pos="100000">
                <a:srgbClr val="D8D8D8"/>
              </a:gs>
            </a:gsLst>
            <a:lin ang="5400000" scaled="0"/>
          </a:gradFill>
          <a:ln w="9525" cap="rnd" cmpd="sng">
            <a:solidFill>
              <a:srgbClr val="A2A0A0"/>
            </a:solidFill>
            <a:prstDash val="solid"/>
            <a:round/>
            <a:headEnd type="none" w="sm" len="sm"/>
            <a:tailEnd type="none" w="sm" len="sm"/>
          </a:ln>
          <a:effectLst>
            <a:outerShdw blurRad="76200" dist="50800" dir="54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53" name="Google Shape;53;p44"/>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54" name="Google Shape;54;p44"/>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55" name="Google Shape;55;p44"/>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1pPr>
            <a:lvl2pPr marL="0" lvl="1"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2pPr>
            <a:lvl3pPr marL="0" lvl="2"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3pPr>
            <a:lvl4pPr marL="0" lvl="3"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4pPr>
            <a:lvl5pPr marL="0" lvl="4"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5pPr>
            <a:lvl6pPr marL="0" lvl="5"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6pPr>
            <a:lvl7pPr marL="0" lvl="6"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7pPr>
            <a:lvl8pPr marL="0" lvl="7"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8pPr>
            <a:lvl9pPr marL="0" lvl="8"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25677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6"/>
        <p:cNvGrpSpPr/>
        <p:nvPr/>
      </p:nvGrpSpPr>
      <p:grpSpPr>
        <a:xfrm>
          <a:off x="0" y="0"/>
          <a:ext cx="0" cy="0"/>
          <a:chOff x="0" y="0"/>
          <a:chExt cx="0" cy="0"/>
        </a:xfrm>
      </p:grpSpPr>
      <p:sp>
        <p:nvSpPr>
          <p:cNvPr id="57" name="Google Shape;57;p45"/>
          <p:cNvSpPr txBox="1">
            <a:spLocks noGrp="1"/>
          </p:cNvSpPr>
          <p:nvPr>
            <p:ph type="title"/>
          </p:nvPr>
        </p:nvSpPr>
        <p:spPr>
          <a:xfrm>
            <a:off x="7385045" y="533400"/>
            <a:ext cx="39624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200"/>
              <a:buFont typeface="Verdana"/>
              <a:buNone/>
              <a:defRPr sz="2200" b="1">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58" name="Google Shape;58;p45"/>
          <p:cNvSpPr txBox="1">
            <a:spLocks noGrp="1"/>
          </p:cNvSpPr>
          <p:nvPr>
            <p:ph type="body" idx="1"/>
          </p:nvPr>
        </p:nvSpPr>
        <p:spPr>
          <a:xfrm>
            <a:off x="7385129" y="1447802"/>
            <a:ext cx="3962400" cy="4206112"/>
          </a:xfrm>
          <a:prstGeom prst="rect">
            <a:avLst/>
          </a:prstGeom>
          <a:noFill/>
          <a:ln>
            <a:noFill/>
          </a:ln>
        </p:spPr>
        <p:txBody>
          <a:bodyPr spcFirstLastPara="1" wrap="square" lIns="91425" tIns="91425" rIns="91425" bIns="45700" anchor="t" anchorCtr="0">
            <a:noAutofit/>
          </a:bodyPr>
          <a:lstStyle>
            <a:lvl1pPr marL="457200" marR="18415" lvl="0" indent="-228600" algn="l">
              <a:spcBef>
                <a:spcPts val="0"/>
              </a:spcBef>
              <a:spcAft>
                <a:spcPts val="0"/>
              </a:spcAft>
              <a:buSzPts val="1120"/>
              <a:buNone/>
              <a:defRPr sz="1400">
                <a:solidFill>
                  <a:schemeClr val="lt1"/>
                </a:solidFill>
              </a:defRPr>
            </a:lvl1pPr>
            <a:lvl2pPr marL="914400" lvl="1" indent="-228600" algn="l">
              <a:spcBef>
                <a:spcPts val="250"/>
              </a:spcBef>
              <a:spcAft>
                <a:spcPts val="0"/>
              </a:spcAft>
              <a:buSzPts val="1200"/>
              <a:buNone/>
              <a:defRPr sz="1200">
                <a:solidFill>
                  <a:schemeClr val="lt1"/>
                </a:solidFill>
              </a:defRPr>
            </a:lvl2pPr>
            <a:lvl3pPr marL="1371600" lvl="2" indent="-228600" algn="l">
              <a:spcBef>
                <a:spcPts val="250"/>
              </a:spcBef>
              <a:spcAft>
                <a:spcPts val="0"/>
              </a:spcAft>
              <a:buSzPts val="1000"/>
              <a:buNone/>
              <a:defRPr sz="1000">
                <a:solidFill>
                  <a:schemeClr val="lt1"/>
                </a:solidFill>
              </a:defRPr>
            </a:lvl3pPr>
            <a:lvl4pPr marL="1828800" lvl="3" indent="-228600" algn="l">
              <a:spcBef>
                <a:spcPts val="225"/>
              </a:spcBef>
              <a:spcAft>
                <a:spcPts val="0"/>
              </a:spcAft>
              <a:buSzPts val="1008"/>
              <a:buNone/>
              <a:defRPr sz="900">
                <a:solidFill>
                  <a:schemeClr val="lt1"/>
                </a:solidFill>
              </a:defRPr>
            </a:lvl4pPr>
            <a:lvl5pPr marL="2286000" lvl="4" indent="-228600" algn="l">
              <a:spcBef>
                <a:spcPts val="250"/>
              </a:spcBef>
              <a:spcAft>
                <a:spcPts val="0"/>
              </a:spcAft>
              <a:buSzPts val="900"/>
              <a:buNone/>
              <a:defRPr sz="900">
                <a:solidFill>
                  <a:schemeClr val="lt1"/>
                </a:solidFill>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59" name="Google Shape;59;p45"/>
          <p:cNvSpPr txBox="1">
            <a:spLocks noGrp="1"/>
          </p:cNvSpPr>
          <p:nvPr>
            <p:ph type="body" idx="2"/>
          </p:nvPr>
        </p:nvSpPr>
        <p:spPr>
          <a:xfrm>
            <a:off x="1015163" y="930144"/>
            <a:ext cx="6168212" cy="4724402"/>
          </a:xfrm>
          <a:prstGeom prst="rect">
            <a:avLst/>
          </a:prstGeom>
          <a:noFill/>
          <a:ln>
            <a:noFill/>
          </a:ln>
        </p:spPr>
        <p:txBody>
          <a:bodyPr spcFirstLastPara="1" wrap="square" lIns="182875" tIns="91425" rIns="91425" bIns="45700" anchor="t" anchorCtr="0">
            <a:noAutofit/>
          </a:bodyPr>
          <a:lstStyle>
            <a:lvl1pPr marL="457200" lvl="0" indent="-370840" algn="l">
              <a:spcBef>
                <a:spcPts val="250"/>
              </a:spcBef>
              <a:spcAft>
                <a:spcPts val="0"/>
              </a:spcAft>
              <a:buSzPts val="2240"/>
              <a:buChar char="⚫"/>
              <a:defRPr sz="2800">
                <a:solidFill>
                  <a:schemeClr val="lt1"/>
                </a:solidFill>
              </a:defRPr>
            </a:lvl1pPr>
            <a:lvl2pPr marL="914400" lvl="1" indent="-393700" algn="l">
              <a:spcBef>
                <a:spcPts val="250"/>
              </a:spcBef>
              <a:spcAft>
                <a:spcPts val="0"/>
              </a:spcAft>
              <a:buSzPts val="2600"/>
              <a:buChar char="◦"/>
              <a:defRPr sz="2600">
                <a:solidFill>
                  <a:schemeClr val="lt1"/>
                </a:solidFill>
              </a:defRPr>
            </a:lvl2pPr>
            <a:lvl3pPr marL="1371600" lvl="2" indent="-381000" algn="l">
              <a:spcBef>
                <a:spcPts val="250"/>
              </a:spcBef>
              <a:spcAft>
                <a:spcPts val="0"/>
              </a:spcAft>
              <a:buSzPts val="2400"/>
              <a:buChar char="●"/>
              <a:defRPr sz="2400">
                <a:solidFill>
                  <a:schemeClr val="lt1"/>
                </a:solidFill>
              </a:defRPr>
            </a:lvl3pPr>
            <a:lvl4pPr marL="1828800" lvl="3" indent="-370839" algn="l">
              <a:spcBef>
                <a:spcPts val="225"/>
              </a:spcBef>
              <a:spcAft>
                <a:spcPts val="0"/>
              </a:spcAft>
              <a:buSzPts val="2240"/>
              <a:buChar char="◦"/>
              <a:defRPr sz="2000">
                <a:solidFill>
                  <a:schemeClr val="lt1"/>
                </a:solidFill>
              </a:defRPr>
            </a:lvl4pPr>
            <a:lvl5pPr marL="2286000" lvl="4" indent="-355600" algn="l">
              <a:spcBef>
                <a:spcPts val="250"/>
              </a:spcBef>
              <a:spcAft>
                <a:spcPts val="0"/>
              </a:spcAft>
              <a:buSzPts val="2000"/>
              <a:buChar char="●"/>
              <a:defRPr sz="2000">
                <a:solidFill>
                  <a:schemeClr val="lt1"/>
                </a:solidFill>
              </a:defRPr>
            </a:lvl5pPr>
            <a:lvl6pPr marL="2743200" lvl="5" indent="-228600" algn="l">
              <a:spcBef>
                <a:spcPts val="250"/>
              </a:spcBef>
              <a:spcAft>
                <a:spcPts val="0"/>
              </a:spcAft>
              <a:buSzPts val="1700"/>
              <a:buNone/>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60" name="Google Shape;60;p45"/>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61" name="Google Shape;61;p45"/>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62" name="Google Shape;62;p45"/>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61011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46"/>
          <p:cNvSpPr/>
          <p:nvPr/>
        </p:nvSpPr>
        <p:spPr>
          <a:xfrm>
            <a:off x="406401" y="328613"/>
            <a:ext cx="11377084" cy="6197600"/>
          </a:xfrm>
          <a:prstGeom prst="roundRect">
            <a:avLst>
              <a:gd name="adj" fmla="val 2081"/>
            </a:avLst>
          </a:prstGeom>
          <a:gradFill>
            <a:gsLst>
              <a:gs pos="0">
                <a:srgbClr val="FFFFFF"/>
              </a:gs>
              <a:gs pos="98000">
                <a:srgbClr val="FFFFFF"/>
              </a:gs>
              <a:gs pos="99055">
                <a:srgbClr val="F6F6F6"/>
              </a:gs>
              <a:gs pos="100000">
                <a:srgbClr val="D8D8D8"/>
              </a:gs>
            </a:gsLst>
            <a:lin ang="5400000" scaled="0"/>
          </a:gradFill>
          <a:ln w="9525" cap="rnd" cmpd="sng">
            <a:solidFill>
              <a:srgbClr val="A2A0A0"/>
            </a:solidFill>
            <a:prstDash val="solid"/>
            <a:round/>
            <a:headEnd type="none" w="sm" len="sm"/>
            <a:tailEnd type="none" w="sm" len="sm"/>
          </a:ln>
          <a:effectLst>
            <a:outerShdw blurRad="76200" dist="50800" dir="54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65" name="Google Shape;65;p46"/>
          <p:cNvSpPr/>
          <p:nvPr/>
        </p:nvSpPr>
        <p:spPr>
          <a:xfrm>
            <a:off x="8534400" y="433388"/>
            <a:ext cx="3098800" cy="4343400"/>
          </a:xfrm>
          <a:prstGeom prst="round1Rect">
            <a:avLst>
              <a:gd name="adj" fmla="val 2748"/>
            </a:avLst>
          </a:prstGeom>
          <a:solidFill>
            <a:srgbClr val="1C1C1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66" name="Google Shape;66;p46"/>
          <p:cNvSpPr txBox="1">
            <a:spLocks noGrp="1"/>
          </p:cNvSpPr>
          <p:nvPr>
            <p:ph type="title"/>
          </p:nvPr>
        </p:nvSpPr>
        <p:spPr>
          <a:xfrm>
            <a:off x="609600" y="5012056"/>
            <a:ext cx="10972800" cy="105156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02642"/>
              </a:buClr>
              <a:buSzPts val="3600"/>
              <a:buFont typeface="Verdana"/>
              <a:buNone/>
              <a:defRPr sz="3600" b="0">
                <a:solidFill>
                  <a:srgbClr val="10264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67" name="Google Shape;67;p46"/>
          <p:cNvSpPr txBox="1">
            <a:spLocks noGrp="1"/>
          </p:cNvSpPr>
          <p:nvPr>
            <p:ph type="body" idx="1"/>
          </p:nvPr>
        </p:nvSpPr>
        <p:spPr>
          <a:xfrm>
            <a:off x="8616949" y="533400"/>
            <a:ext cx="2987040" cy="4211480"/>
          </a:xfrm>
          <a:prstGeom prst="rect">
            <a:avLst/>
          </a:prstGeom>
          <a:noFill/>
          <a:ln>
            <a:noFill/>
          </a:ln>
        </p:spPr>
        <p:txBody>
          <a:bodyPr spcFirstLastPara="1" wrap="square" lIns="91425" tIns="91425" rIns="91425" bIns="45700" anchor="t" anchorCtr="0">
            <a:noAutofit/>
          </a:bodyPr>
          <a:lstStyle>
            <a:lvl1pPr marL="457200" lvl="0" indent="-228600" algn="l">
              <a:spcBef>
                <a:spcPts val="0"/>
              </a:spcBef>
              <a:spcAft>
                <a:spcPts val="0"/>
              </a:spcAft>
              <a:buSzPts val="1120"/>
              <a:buNone/>
              <a:defRPr sz="1400">
                <a:solidFill>
                  <a:srgbClr val="FFFFFF"/>
                </a:solidFill>
              </a:defRPr>
            </a:lvl1pPr>
            <a:lvl2pPr marL="914400" lvl="1" indent="-304800" algn="l">
              <a:spcBef>
                <a:spcPts val="250"/>
              </a:spcBef>
              <a:spcAft>
                <a:spcPts val="0"/>
              </a:spcAft>
              <a:buSzPts val="1200"/>
              <a:buChar char="◦"/>
              <a:defRPr sz="1200">
                <a:solidFill>
                  <a:srgbClr val="FFFFFF"/>
                </a:solidFill>
              </a:defRPr>
            </a:lvl2pPr>
            <a:lvl3pPr marL="1371600" lvl="2" indent="-292100" algn="l">
              <a:spcBef>
                <a:spcPts val="250"/>
              </a:spcBef>
              <a:spcAft>
                <a:spcPts val="0"/>
              </a:spcAft>
              <a:buSzPts val="1000"/>
              <a:buChar char="●"/>
              <a:defRPr sz="1000">
                <a:solidFill>
                  <a:srgbClr val="FFFFFF"/>
                </a:solidFill>
              </a:defRPr>
            </a:lvl3pPr>
            <a:lvl4pPr marL="1828800" lvl="3" indent="-292608" algn="l">
              <a:spcBef>
                <a:spcPts val="225"/>
              </a:spcBef>
              <a:spcAft>
                <a:spcPts val="0"/>
              </a:spcAft>
              <a:buSzPts val="1008"/>
              <a:buChar char="◦"/>
              <a:defRPr sz="900">
                <a:solidFill>
                  <a:srgbClr val="FFFFFF"/>
                </a:solidFill>
              </a:defRPr>
            </a:lvl4pPr>
            <a:lvl5pPr marL="2286000" lvl="4" indent="-285750" algn="l">
              <a:spcBef>
                <a:spcPts val="250"/>
              </a:spcBef>
              <a:spcAft>
                <a:spcPts val="0"/>
              </a:spcAft>
              <a:buSzPts val="900"/>
              <a:buChar char="●"/>
              <a:defRPr sz="900">
                <a:solidFill>
                  <a:srgbClr val="FFFFFF"/>
                </a:solidFill>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68" name="Google Shape;68;p46"/>
          <p:cNvSpPr>
            <a:spLocks noGrp="1"/>
          </p:cNvSpPr>
          <p:nvPr>
            <p:ph type="pic" idx="2"/>
          </p:nvPr>
        </p:nvSpPr>
        <p:spPr>
          <a:xfrm>
            <a:off x="561973" y="435768"/>
            <a:ext cx="7900416" cy="4343400"/>
          </a:xfrm>
          <a:prstGeom prst="snipRoundRect">
            <a:avLst>
              <a:gd name="adj1" fmla="val 1040"/>
              <a:gd name="adj2" fmla="val 0"/>
            </a:avLst>
          </a:prstGeom>
          <a:solidFill>
            <a:srgbClr val="0A192B"/>
          </a:solidFill>
          <a:ln>
            <a:noFill/>
          </a:ln>
        </p:spPr>
      </p:sp>
      <p:sp>
        <p:nvSpPr>
          <p:cNvPr id="69" name="Google Shape;69;p46"/>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0" name="Google Shape;70;p46"/>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1" name="Google Shape;71;p46"/>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1pPr>
            <a:lvl2pPr marL="0" lvl="1"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2pPr>
            <a:lvl3pPr marL="0" lvl="2"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3pPr>
            <a:lvl4pPr marL="0" lvl="3"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4pPr>
            <a:lvl5pPr marL="0" lvl="4"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5pPr>
            <a:lvl6pPr marL="0" lvl="5"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6pPr>
            <a:lvl7pPr marL="0" lvl="6"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7pPr>
            <a:lvl8pPr marL="0" lvl="7"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8pPr>
            <a:lvl9pPr marL="0" lvl="8"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37537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47"/>
          <p:cNvSpPr txBox="1">
            <a:spLocks noGrp="1"/>
          </p:cNvSpPr>
          <p:nvPr>
            <p:ph type="title"/>
          </p:nvPr>
        </p:nvSpPr>
        <p:spPr>
          <a:xfrm>
            <a:off x="670560" y="4983480"/>
            <a:ext cx="1091184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74" name="Google Shape;74;p47"/>
          <p:cNvSpPr txBox="1">
            <a:spLocks noGrp="1"/>
          </p:cNvSpPr>
          <p:nvPr>
            <p:ph type="body" idx="1"/>
          </p:nvPr>
        </p:nvSpPr>
        <p:spPr>
          <a:xfrm rot="5400000">
            <a:off x="4032504" y="-2831592"/>
            <a:ext cx="4187952" cy="10911840"/>
          </a:xfrm>
          <a:prstGeom prst="rect">
            <a:avLst/>
          </a:prstGeom>
          <a:noFill/>
          <a:ln>
            <a:noFill/>
          </a:ln>
        </p:spPr>
        <p:txBody>
          <a:bodyPr spcFirstLastPara="1" wrap="square" lIns="182875" tIns="91425" rIns="91425" bIns="45700" anchor="t" anchorCtr="0">
            <a:noAutofit/>
          </a:bodyPr>
          <a:lstStyle>
            <a:lvl1pPr marL="457200" lvl="0" indent="-320040" algn="l">
              <a:spcBef>
                <a:spcPts val="250"/>
              </a:spcBef>
              <a:spcAft>
                <a:spcPts val="0"/>
              </a:spcAft>
              <a:buSzPts val="1440"/>
              <a:buChar char="⚫"/>
              <a:defRPr/>
            </a:lvl1pPr>
            <a:lvl2pPr marL="914400" lvl="1" indent="-342900" algn="l">
              <a:spcBef>
                <a:spcPts val="250"/>
              </a:spcBef>
              <a:spcAft>
                <a:spcPts val="0"/>
              </a:spcAft>
              <a:buSzPts val="1800"/>
              <a:buChar char="◦"/>
              <a:defRPr/>
            </a:lvl2pPr>
            <a:lvl3pPr marL="1371600" lvl="2" indent="-342900" algn="l">
              <a:spcBef>
                <a:spcPts val="250"/>
              </a:spcBef>
              <a:spcAft>
                <a:spcPts val="0"/>
              </a:spcAft>
              <a:buSzPts val="1800"/>
              <a:buChar char="●"/>
              <a:defRPr/>
            </a:lvl3pPr>
            <a:lvl4pPr marL="1828800" lvl="3" indent="-356616" algn="l">
              <a:spcBef>
                <a:spcPts val="225"/>
              </a:spcBef>
              <a:spcAft>
                <a:spcPts val="0"/>
              </a:spcAft>
              <a:buSzPts val="2016"/>
              <a:buChar char="◦"/>
              <a:defRPr/>
            </a:lvl4pPr>
            <a:lvl5pPr marL="2286000" lvl="4" indent="-342900" algn="l">
              <a:spcBef>
                <a:spcPts val="250"/>
              </a:spcBef>
              <a:spcAft>
                <a:spcPts val="0"/>
              </a:spcAft>
              <a:buSzPts val="1800"/>
              <a:buChar char="●"/>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75" name="Google Shape;75;p47"/>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6" name="Google Shape;76;p47"/>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7" name="Google Shape;77;p47"/>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12404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48"/>
          <p:cNvSpPr txBox="1">
            <a:spLocks noGrp="1"/>
          </p:cNvSpPr>
          <p:nvPr>
            <p:ph type="title"/>
          </p:nvPr>
        </p:nvSpPr>
        <p:spPr>
          <a:xfrm rot="5400000">
            <a:off x="7531102" y="1841504"/>
            <a:ext cx="5257799" cy="264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80" name="Google Shape;80;p48"/>
          <p:cNvSpPr txBox="1">
            <a:spLocks noGrp="1"/>
          </p:cNvSpPr>
          <p:nvPr>
            <p:ph type="body" idx="1"/>
          </p:nvPr>
        </p:nvSpPr>
        <p:spPr>
          <a:xfrm rot="5400000">
            <a:off x="2044701" y="-800097"/>
            <a:ext cx="5257801" cy="7924800"/>
          </a:xfrm>
          <a:prstGeom prst="rect">
            <a:avLst/>
          </a:prstGeom>
          <a:noFill/>
          <a:ln>
            <a:noFill/>
          </a:ln>
        </p:spPr>
        <p:txBody>
          <a:bodyPr spcFirstLastPara="1" wrap="square" lIns="182875" tIns="91425" rIns="91425" bIns="45700" anchor="t" anchorCtr="0">
            <a:noAutofit/>
          </a:bodyPr>
          <a:lstStyle>
            <a:lvl1pPr marL="457200" lvl="0" indent="-320040" algn="l">
              <a:spcBef>
                <a:spcPts val="250"/>
              </a:spcBef>
              <a:spcAft>
                <a:spcPts val="0"/>
              </a:spcAft>
              <a:buSzPts val="1440"/>
              <a:buChar char="⚫"/>
              <a:defRPr/>
            </a:lvl1pPr>
            <a:lvl2pPr marL="914400" lvl="1" indent="-342900" algn="l">
              <a:spcBef>
                <a:spcPts val="250"/>
              </a:spcBef>
              <a:spcAft>
                <a:spcPts val="0"/>
              </a:spcAft>
              <a:buSzPts val="1800"/>
              <a:buChar char="◦"/>
              <a:defRPr/>
            </a:lvl2pPr>
            <a:lvl3pPr marL="1371600" lvl="2" indent="-342900" algn="l">
              <a:spcBef>
                <a:spcPts val="250"/>
              </a:spcBef>
              <a:spcAft>
                <a:spcPts val="0"/>
              </a:spcAft>
              <a:buSzPts val="1800"/>
              <a:buChar char="●"/>
              <a:defRPr/>
            </a:lvl3pPr>
            <a:lvl4pPr marL="1828800" lvl="3" indent="-356616" algn="l">
              <a:spcBef>
                <a:spcPts val="225"/>
              </a:spcBef>
              <a:spcAft>
                <a:spcPts val="0"/>
              </a:spcAft>
              <a:buSzPts val="2016"/>
              <a:buChar char="◦"/>
              <a:defRPr/>
            </a:lvl4pPr>
            <a:lvl5pPr marL="2286000" lvl="4" indent="-342900" algn="l">
              <a:spcBef>
                <a:spcPts val="250"/>
              </a:spcBef>
              <a:spcAft>
                <a:spcPts val="0"/>
              </a:spcAft>
              <a:buSzPts val="1800"/>
              <a:buChar char="●"/>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81" name="Google Shape;81;p48"/>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82" name="Google Shape;82;p48"/>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83" name="Google Shape;83;p48"/>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04479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37"/>
          <p:cNvSpPr txBox="1">
            <a:spLocks noGrp="1"/>
          </p:cNvSpPr>
          <p:nvPr>
            <p:ph type="title"/>
          </p:nvPr>
        </p:nvSpPr>
        <p:spPr>
          <a:xfrm>
            <a:off x="670985" y="4986339"/>
            <a:ext cx="10911417" cy="1050925"/>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1pPr>
            <a:lvl2pPr marR="0" lvl="1"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2pPr>
            <a:lvl3pPr marR="0" lvl="2"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3pPr>
            <a:lvl4pPr marR="0" lvl="3"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4pPr>
            <a:lvl5pPr marR="0" lvl="4"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5pPr>
            <a:lvl6pPr marR="0" lvl="5"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6pPr>
            <a:lvl7pPr marR="0" lvl="6"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7pPr>
            <a:lvl8pPr marR="0" lvl="7"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8pPr>
            <a:lvl9pPr marR="0" lvl="8"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9pPr>
          </a:lstStyle>
          <a:p>
            <a:endParaRPr/>
          </a:p>
        </p:txBody>
      </p:sp>
      <p:sp>
        <p:nvSpPr>
          <p:cNvPr id="7" name="Google Shape;7;p37"/>
          <p:cNvSpPr txBox="1">
            <a:spLocks noGrp="1"/>
          </p:cNvSpPr>
          <p:nvPr>
            <p:ph type="body" idx="1"/>
          </p:nvPr>
        </p:nvSpPr>
        <p:spPr>
          <a:xfrm>
            <a:off x="670984" y="530226"/>
            <a:ext cx="10911416" cy="4187825"/>
          </a:xfrm>
          <a:prstGeom prst="rect">
            <a:avLst/>
          </a:prstGeom>
          <a:noFill/>
          <a:ln>
            <a:noFill/>
          </a:ln>
        </p:spPr>
        <p:txBody>
          <a:bodyPr spcFirstLastPara="1" wrap="square" lIns="182875" tIns="91425" rIns="91425" bIns="45700" anchor="t" anchorCtr="0">
            <a:noAutofit/>
          </a:bodyPr>
          <a:lstStyle>
            <a:lvl1pPr marL="457200" marR="0" lvl="0" indent="-370840" algn="l" rtl="0">
              <a:spcBef>
                <a:spcPts val="250"/>
              </a:spcBef>
              <a:spcAft>
                <a:spcPts val="0"/>
              </a:spcAft>
              <a:buClr>
                <a:schemeClr val="accent1"/>
              </a:buClr>
              <a:buSzPts val="2240"/>
              <a:buFont typeface="Noto Sans Symbols"/>
              <a:buChar char="⚫"/>
              <a:defRPr sz="2800" b="0" i="0" u="none" strike="noStrike" cap="none">
                <a:solidFill>
                  <a:schemeClr val="lt1"/>
                </a:solidFill>
                <a:latin typeface="Verdana"/>
                <a:ea typeface="Verdana"/>
                <a:cs typeface="Verdana"/>
                <a:sym typeface="Verdana"/>
              </a:defRPr>
            </a:lvl1pPr>
            <a:lvl2pPr marL="914400" marR="0" lvl="1" indent="-381000" algn="l" rtl="0">
              <a:spcBef>
                <a:spcPts val="250"/>
              </a:spcBef>
              <a:spcAft>
                <a:spcPts val="0"/>
              </a:spcAft>
              <a:buClr>
                <a:schemeClr val="accent1"/>
              </a:buClr>
              <a:buSzPts val="2400"/>
              <a:buFont typeface="Verdana"/>
              <a:buChar char="◦"/>
              <a:defRPr sz="2400" b="0" i="0" u="none" strike="noStrike" cap="none">
                <a:solidFill>
                  <a:schemeClr val="lt1"/>
                </a:solidFill>
                <a:latin typeface="Verdana"/>
                <a:ea typeface="Verdana"/>
                <a:cs typeface="Verdana"/>
                <a:sym typeface="Verdana"/>
              </a:defRPr>
            </a:lvl2pPr>
            <a:lvl3pPr marL="1371600" marR="0" lvl="2" indent="-368300" algn="l" rtl="0">
              <a:spcBef>
                <a:spcPts val="250"/>
              </a:spcBef>
              <a:spcAft>
                <a:spcPts val="0"/>
              </a:spcAft>
              <a:buClr>
                <a:srgbClr val="FF3D39"/>
              </a:buClr>
              <a:buSzPts val="2200"/>
              <a:buFont typeface="Noto Sans Symbols"/>
              <a:buChar char="●"/>
              <a:defRPr sz="2200" b="0" i="0" u="none" strike="noStrike" cap="none">
                <a:solidFill>
                  <a:schemeClr val="lt1"/>
                </a:solidFill>
                <a:latin typeface="Verdana"/>
                <a:ea typeface="Verdana"/>
                <a:cs typeface="Verdana"/>
                <a:sym typeface="Verdana"/>
              </a:defRPr>
            </a:lvl3pPr>
            <a:lvl4pPr marL="1828800" marR="0" lvl="3" indent="-363728" algn="l" rtl="0">
              <a:spcBef>
                <a:spcPts val="225"/>
              </a:spcBef>
              <a:spcAft>
                <a:spcPts val="0"/>
              </a:spcAft>
              <a:buClr>
                <a:srgbClr val="FF3D39"/>
              </a:buClr>
              <a:buSzPts val="2128"/>
              <a:buFont typeface="Verdana"/>
              <a:buChar char="◦"/>
              <a:defRPr sz="1900" b="0" i="0" u="none" strike="noStrike" cap="none">
                <a:solidFill>
                  <a:schemeClr val="lt1"/>
                </a:solidFill>
                <a:latin typeface="Verdana"/>
                <a:ea typeface="Verdana"/>
                <a:cs typeface="Verdana"/>
                <a:sym typeface="Verdana"/>
              </a:defRPr>
            </a:lvl4pPr>
            <a:lvl5pPr marL="2286000" marR="0" lvl="4" indent="-355600" algn="l" rtl="0">
              <a:spcBef>
                <a:spcPts val="250"/>
              </a:spcBef>
              <a:spcAft>
                <a:spcPts val="0"/>
              </a:spcAft>
              <a:buClr>
                <a:srgbClr val="BEFF4B"/>
              </a:buClr>
              <a:buSzPts val="2000"/>
              <a:buFont typeface="Noto Sans Symbols"/>
              <a:buChar char="●"/>
              <a:defRPr sz="2000" b="0" i="0" u="none" strike="noStrike" cap="none">
                <a:solidFill>
                  <a:schemeClr val="lt1"/>
                </a:solidFill>
                <a:latin typeface="Verdana"/>
                <a:ea typeface="Verdana"/>
                <a:cs typeface="Verdana"/>
                <a:sym typeface="Verdana"/>
              </a:defRPr>
            </a:lvl5pPr>
            <a:lvl6pPr marL="2743200" marR="0" lvl="5" indent="-336550" algn="l" rtl="0">
              <a:spcBef>
                <a:spcPts val="250"/>
              </a:spcBef>
              <a:spcAft>
                <a:spcPts val="0"/>
              </a:spcAft>
              <a:buClr>
                <a:srgbClr val="BFFF49"/>
              </a:buClr>
              <a:buSzPts val="1700"/>
              <a:buFont typeface="Verdana"/>
              <a:buChar char="◦"/>
              <a:defRPr sz="1700" b="0" i="0" u="none" strike="noStrike" cap="none">
                <a:solidFill>
                  <a:schemeClr val="lt1"/>
                </a:solidFill>
                <a:latin typeface="Verdana"/>
                <a:ea typeface="Verdana"/>
                <a:cs typeface="Verdana"/>
                <a:sym typeface="Verdana"/>
              </a:defRPr>
            </a:lvl6pPr>
            <a:lvl7pPr marL="3200400" marR="0" lvl="6" indent="-323850" algn="l" rtl="0">
              <a:spcBef>
                <a:spcPts val="255"/>
              </a:spcBef>
              <a:spcAft>
                <a:spcPts val="0"/>
              </a:spcAft>
              <a:buClr>
                <a:srgbClr val="BFFF49"/>
              </a:buClr>
              <a:buSzPts val="1500"/>
              <a:buFont typeface="Noto Sans Symbols"/>
              <a:buChar char="●"/>
              <a:defRPr sz="1500" b="0" i="0" u="none" strike="noStrike" cap="none">
                <a:solidFill>
                  <a:schemeClr val="lt1"/>
                </a:solidFill>
                <a:latin typeface="Verdana"/>
                <a:ea typeface="Verdana"/>
                <a:cs typeface="Verdana"/>
                <a:sym typeface="Verdana"/>
              </a:defRPr>
            </a:lvl7pPr>
            <a:lvl8pPr marL="3657600" marR="0" lvl="7" indent="-323850" algn="l" rtl="0">
              <a:spcBef>
                <a:spcPts val="255"/>
              </a:spcBef>
              <a:spcAft>
                <a:spcPts val="0"/>
              </a:spcAft>
              <a:buClr>
                <a:srgbClr val="BFFF49"/>
              </a:buClr>
              <a:buSzPts val="1500"/>
              <a:buFont typeface="Verdana"/>
              <a:buChar char="◦"/>
              <a:defRPr sz="1500" b="0" i="0" u="none" strike="noStrike" cap="none">
                <a:solidFill>
                  <a:schemeClr val="lt1"/>
                </a:solidFill>
                <a:latin typeface="Verdana"/>
                <a:ea typeface="Verdana"/>
                <a:cs typeface="Verdana"/>
                <a:sym typeface="Verdana"/>
              </a:defRPr>
            </a:lvl8pPr>
            <a:lvl9pPr marL="4114800" marR="0" lvl="8" indent="-323850" algn="l" rtl="0">
              <a:spcBef>
                <a:spcPts val="255"/>
              </a:spcBef>
              <a:spcAft>
                <a:spcPts val="0"/>
              </a:spcAft>
              <a:buClr>
                <a:srgbClr val="BFFF49"/>
              </a:buClr>
              <a:buSzPts val="1500"/>
              <a:buFont typeface="Noto Sans Symbols"/>
              <a:buChar char="●"/>
              <a:defRPr sz="1500" b="0" i="0" u="none" strike="noStrike" cap="none">
                <a:solidFill>
                  <a:schemeClr val="lt1"/>
                </a:solidFill>
                <a:latin typeface="Verdana"/>
                <a:ea typeface="Verdana"/>
                <a:cs typeface="Verdana"/>
                <a:sym typeface="Verdana"/>
              </a:defRPr>
            </a:lvl9pPr>
          </a:lstStyle>
          <a:p>
            <a:endParaRPr/>
          </a:p>
        </p:txBody>
      </p:sp>
      <p:sp>
        <p:nvSpPr>
          <p:cNvPr id="8" name="Google Shape;8;p37"/>
          <p:cNvSpPr txBox="1">
            <a:spLocks noGrp="1"/>
          </p:cNvSpPr>
          <p:nvPr>
            <p:ph type="dt" idx="10"/>
          </p:nvPr>
        </p:nvSpPr>
        <p:spPr>
          <a:xfrm>
            <a:off x="5035551" y="6111876"/>
            <a:ext cx="3048000" cy="365125"/>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16355B"/>
              </a:buClr>
              <a:buSzPts val="1000"/>
              <a:buFont typeface="Verdana"/>
              <a:buNone/>
              <a:defRPr sz="1000" b="0" i="0" u="none" strike="noStrike" cap="none">
                <a:solidFill>
                  <a:srgbClr val="16355B"/>
                </a:solidFill>
                <a:latin typeface="Verdana"/>
                <a:ea typeface="Verdana"/>
                <a:cs typeface="Verdana"/>
                <a:sym typeface="Verdana"/>
              </a:defRPr>
            </a:lvl1pPr>
            <a:lvl2pPr marR="0" lvl="1"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9pPr>
          </a:lstStyle>
          <a:p>
            <a:endParaRPr lang="en-US"/>
          </a:p>
        </p:txBody>
      </p:sp>
      <p:sp>
        <p:nvSpPr>
          <p:cNvPr id="9" name="Google Shape;9;p37"/>
          <p:cNvSpPr txBox="1">
            <a:spLocks noGrp="1"/>
          </p:cNvSpPr>
          <p:nvPr>
            <p:ph type="ftr" idx="11"/>
          </p:nvPr>
        </p:nvSpPr>
        <p:spPr>
          <a:xfrm>
            <a:off x="8083551" y="6111876"/>
            <a:ext cx="3048000" cy="36512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16355B"/>
              </a:buClr>
              <a:buSzPts val="1000"/>
              <a:buFont typeface="Verdana"/>
              <a:buNone/>
              <a:defRPr sz="1000" b="0" i="0" u="none" strike="noStrike" cap="none">
                <a:solidFill>
                  <a:srgbClr val="16355B"/>
                </a:solidFill>
                <a:latin typeface="Verdana"/>
                <a:ea typeface="Verdana"/>
                <a:cs typeface="Verdana"/>
                <a:sym typeface="Verdana"/>
              </a:defRPr>
            </a:lvl1pPr>
            <a:lvl2pPr marR="0" lvl="1"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9pPr>
          </a:lstStyle>
          <a:p>
            <a:endParaRPr lang="en-US"/>
          </a:p>
        </p:txBody>
      </p:sp>
      <p:sp>
        <p:nvSpPr>
          <p:cNvPr id="10" name="Google Shape;10;p37"/>
          <p:cNvSpPr txBox="1">
            <a:spLocks noGrp="1"/>
          </p:cNvSpPr>
          <p:nvPr>
            <p:ph type="sldNum" idx="12"/>
          </p:nvPr>
        </p:nvSpPr>
        <p:spPr>
          <a:xfrm>
            <a:off x="11131551" y="6111876"/>
            <a:ext cx="609600" cy="365125"/>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1pPr>
            <a:lvl2pPr marL="0" marR="0" lvl="1"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2pPr>
            <a:lvl3pPr marL="0" marR="0" lvl="2"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3pPr>
            <a:lvl4pPr marL="0" marR="0" lvl="3"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4pPr>
            <a:lvl5pPr marL="0" marR="0" lvl="4"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5pPr>
            <a:lvl6pPr marL="0" marR="0" lvl="5"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6pPr>
            <a:lvl7pPr marL="0" marR="0" lvl="6"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7pPr>
            <a:lvl8pPr marL="0" marR="0" lvl="7"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8pPr>
            <a:lvl9pPr marL="0" marR="0" lvl="8"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3138624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p:nvPr/>
        </p:nvSpPr>
        <p:spPr>
          <a:xfrm>
            <a:off x="689316" y="872197"/>
            <a:ext cx="11029095" cy="51398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u="none" strike="noStrike" cap="none" dirty="0">
                <a:solidFill>
                  <a:schemeClr val="dk1"/>
                </a:solidFill>
                <a:latin typeface="Times New Roman"/>
                <a:ea typeface="Times New Roman"/>
                <a:cs typeface="Times New Roman"/>
                <a:sym typeface="Times New Roman"/>
              </a:rPr>
              <a:t>Unit-3 (Lecture-12)</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3400" dirty="0">
              <a:solidFill>
                <a:schemeClr val="dk1"/>
              </a:solidFill>
              <a:latin typeface="Times New Roman"/>
              <a:ea typeface="Times New Roman"/>
              <a:cs typeface="Times New Roman"/>
              <a:sym typeface="Times New Roman"/>
            </a:endParaRPr>
          </a:p>
          <a:p>
            <a:pPr marL="914400" lvl="0" indent="-482600" algn="l" rtl="0">
              <a:lnSpc>
                <a:spcPct val="150000"/>
              </a:lnSpc>
              <a:spcBef>
                <a:spcPts val="0"/>
              </a:spcBef>
              <a:spcAft>
                <a:spcPts val="0"/>
              </a:spcAft>
              <a:buClr>
                <a:schemeClr val="dk1"/>
              </a:buClr>
              <a:buSzPts val="4000"/>
              <a:buFont typeface="Times New Roman"/>
              <a:buChar char="●"/>
            </a:pPr>
            <a:r>
              <a:rPr lang="en-US" sz="4000" b="1" dirty="0">
                <a:solidFill>
                  <a:schemeClr val="dk1"/>
                </a:solidFill>
                <a:latin typeface="Times New Roman"/>
                <a:ea typeface="Times New Roman"/>
                <a:cs typeface="Times New Roman"/>
                <a:sym typeface="Times New Roman"/>
              </a:rPr>
              <a:t>Alphabet Test</a:t>
            </a:r>
            <a:endParaRPr sz="4000" b="1" dirty="0">
              <a:solidFill>
                <a:schemeClr val="dk1"/>
              </a:solidFill>
              <a:latin typeface="Times New Roman"/>
              <a:ea typeface="Times New Roman"/>
              <a:cs typeface="Times New Roman"/>
              <a:sym typeface="Times New Roman"/>
            </a:endParaRPr>
          </a:p>
          <a:p>
            <a:pPr marL="914400" lvl="0" indent="-482600" algn="l" rtl="0">
              <a:lnSpc>
                <a:spcPct val="150000"/>
              </a:lnSpc>
              <a:spcBef>
                <a:spcPts val="0"/>
              </a:spcBef>
              <a:spcAft>
                <a:spcPts val="0"/>
              </a:spcAft>
              <a:buClr>
                <a:schemeClr val="dk1"/>
              </a:buClr>
              <a:buSzPts val="4000"/>
              <a:buFont typeface="Times New Roman"/>
              <a:buChar char="●"/>
            </a:pPr>
            <a:r>
              <a:rPr lang="en-US" sz="4000" b="1" dirty="0">
                <a:solidFill>
                  <a:schemeClr val="dk1"/>
                </a:solidFill>
                <a:latin typeface="Times New Roman"/>
                <a:ea typeface="Times New Roman"/>
                <a:cs typeface="Times New Roman"/>
                <a:sym typeface="Times New Roman"/>
              </a:rPr>
              <a:t>Alphanumeric series</a:t>
            </a:r>
            <a:endParaRPr sz="4000" b="1" dirty="0">
              <a:solidFill>
                <a:schemeClr val="dk1"/>
              </a:solidFill>
              <a:latin typeface="Times New Roman"/>
              <a:ea typeface="Times New Roman"/>
              <a:cs typeface="Times New Roman"/>
              <a:sym typeface="Times New Roman"/>
            </a:endParaRPr>
          </a:p>
          <a:p>
            <a:pPr marL="0" lvl="0" indent="0" algn="l" rtl="0">
              <a:lnSpc>
                <a:spcPct val="150000"/>
              </a:lnSpc>
              <a:spcBef>
                <a:spcPts val="0"/>
              </a:spcBef>
              <a:spcAft>
                <a:spcPts val="0"/>
              </a:spcAft>
              <a:buNone/>
            </a:pPr>
            <a:endParaRPr sz="4000" b="1" dirty="0">
              <a:solidFill>
                <a:schemeClr val="dk1"/>
              </a:solidFill>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endParaRPr sz="4000"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p:nvPr/>
        </p:nvSpPr>
        <p:spPr>
          <a:xfrm>
            <a:off x="422031" y="872197"/>
            <a:ext cx="11388180" cy="4506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solidFill>
                  <a:schemeClr val="dk1"/>
                </a:solidFill>
                <a:latin typeface="Times New Roman"/>
                <a:ea typeface="Times New Roman"/>
                <a:cs typeface="Times New Roman"/>
                <a:sym typeface="Times New Roman"/>
              </a:rPr>
              <a:t>Alphabet Test:</a:t>
            </a:r>
            <a:endParaRPr sz="3600" dirty="0">
              <a:latin typeface="Times New Roman"/>
              <a:ea typeface="Times New Roman"/>
              <a:cs typeface="Times New Roman"/>
              <a:sym typeface="Times New Roman"/>
            </a:endParaRPr>
          </a:p>
          <a:p>
            <a:pPr marL="0" marR="0" lvl="0" indent="0" algn="l" rtl="0">
              <a:spcBef>
                <a:spcPts val="0"/>
              </a:spcBef>
              <a:spcAft>
                <a:spcPts val="0"/>
              </a:spcAft>
              <a:buNone/>
            </a:pPr>
            <a:endParaRPr sz="3000" b="1" dirty="0">
              <a:solidFill>
                <a:schemeClr val="dk1"/>
              </a:solidFill>
              <a:latin typeface="Times New Roman"/>
              <a:ea typeface="Times New Roman"/>
              <a:cs typeface="Times New Roman"/>
              <a:sym typeface="Times New Roman"/>
            </a:endParaRPr>
          </a:p>
          <a:p>
            <a:pPr marL="12700" marR="0" lvl="0" indent="0" algn="l" rtl="0">
              <a:lnSpc>
                <a:spcPct val="100000"/>
              </a:lnSpc>
              <a:spcBef>
                <a:spcPts val="95"/>
              </a:spcBef>
              <a:spcAft>
                <a:spcPts val="0"/>
              </a:spcAft>
              <a:buNone/>
            </a:pPr>
            <a:r>
              <a:rPr lang="en-US" sz="3000" dirty="0">
                <a:solidFill>
                  <a:schemeClr val="dk1"/>
                </a:solidFill>
                <a:latin typeface="Times New Roman"/>
                <a:ea typeface="Times New Roman"/>
                <a:cs typeface="Times New Roman"/>
                <a:sym typeface="Times New Roman"/>
              </a:rPr>
              <a:t>Types of Alphabet Test:</a:t>
            </a:r>
            <a:endParaRPr sz="3000" dirty="0">
              <a:solidFill>
                <a:schemeClr val="dk1"/>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None/>
            </a:pPr>
            <a:endParaRPr sz="3000" dirty="0">
              <a:solidFill>
                <a:schemeClr val="dk1"/>
              </a:solidFill>
              <a:latin typeface="Times New Roman"/>
              <a:ea typeface="Times New Roman"/>
              <a:cs typeface="Times New Roman"/>
              <a:sym typeface="Times New Roman"/>
            </a:endParaRPr>
          </a:p>
          <a:p>
            <a:pPr marL="278130" marR="0" lvl="0" indent="-334100" algn="l" rtl="0">
              <a:lnSpc>
                <a:spcPct val="100000"/>
              </a:lnSpc>
              <a:spcBef>
                <a:spcPts val="0"/>
              </a:spcBef>
              <a:spcAft>
                <a:spcPts val="0"/>
              </a:spcAft>
              <a:buClr>
                <a:srgbClr val="4F81BC"/>
              </a:buClr>
              <a:buSzPts val="3000"/>
              <a:buFont typeface="Times New Roman"/>
              <a:buChar char="⚫"/>
            </a:pPr>
            <a:r>
              <a:rPr lang="en-US" sz="3000" dirty="0">
                <a:solidFill>
                  <a:schemeClr val="dk1"/>
                </a:solidFill>
                <a:latin typeface="Times New Roman"/>
                <a:ea typeface="Times New Roman"/>
                <a:cs typeface="Times New Roman"/>
                <a:sym typeface="Times New Roman"/>
              </a:rPr>
              <a:t>Alphabetical Order of Words</a:t>
            </a:r>
            <a:endParaRPr sz="3000" dirty="0">
              <a:solidFill>
                <a:schemeClr val="dk1"/>
              </a:solidFill>
              <a:latin typeface="Times New Roman"/>
              <a:ea typeface="Times New Roman"/>
              <a:cs typeface="Times New Roman"/>
              <a:sym typeface="Times New Roman"/>
            </a:endParaRPr>
          </a:p>
          <a:p>
            <a:pPr marL="278130" marR="0" lvl="0" indent="-334100" algn="l" rtl="0">
              <a:lnSpc>
                <a:spcPct val="100000"/>
              </a:lnSpc>
              <a:spcBef>
                <a:spcPts val="300"/>
              </a:spcBef>
              <a:spcAft>
                <a:spcPts val="0"/>
              </a:spcAft>
              <a:buClr>
                <a:srgbClr val="4F81BC"/>
              </a:buClr>
              <a:buSzPts val="3000"/>
              <a:buFont typeface="Times New Roman"/>
              <a:buChar char="⚫"/>
            </a:pPr>
            <a:r>
              <a:rPr lang="en-US" sz="3000" dirty="0">
                <a:solidFill>
                  <a:schemeClr val="dk1"/>
                </a:solidFill>
                <a:latin typeface="Times New Roman"/>
                <a:ea typeface="Times New Roman"/>
                <a:cs typeface="Times New Roman"/>
                <a:sym typeface="Times New Roman"/>
              </a:rPr>
              <a:t>Letter-Word problems</a:t>
            </a:r>
            <a:endParaRPr sz="3000" dirty="0">
              <a:solidFill>
                <a:schemeClr val="dk1"/>
              </a:solidFill>
              <a:latin typeface="Times New Roman"/>
              <a:ea typeface="Times New Roman"/>
              <a:cs typeface="Times New Roman"/>
              <a:sym typeface="Times New Roman"/>
            </a:endParaRPr>
          </a:p>
          <a:p>
            <a:pPr marL="278130" marR="0" lvl="0" indent="-334100" algn="l" rtl="0">
              <a:lnSpc>
                <a:spcPct val="100000"/>
              </a:lnSpc>
              <a:spcBef>
                <a:spcPts val="300"/>
              </a:spcBef>
              <a:spcAft>
                <a:spcPts val="0"/>
              </a:spcAft>
              <a:buClr>
                <a:srgbClr val="4F81BC"/>
              </a:buClr>
              <a:buSzPts val="3000"/>
              <a:buFont typeface="Times New Roman"/>
              <a:buChar char="⚫"/>
            </a:pPr>
            <a:r>
              <a:rPr lang="en-US" sz="3000" dirty="0">
                <a:solidFill>
                  <a:schemeClr val="dk1"/>
                </a:solidFill>
                <a:latin typeface="Times New Roman"/>
                <a:ea typeface="Times New Roman"/>
                <a:cs typeface="Times New Roman"/>
                <a:sym typeface="Times New Roman"/>
              </a:rPr>
              <a:t>Word formation by Unscrambling letters</a:t>
            </a:r>
            <a:endParaRPr sz="3000" dirty="0">
              <a:solidFill>
                <a:schemeClr val="dk1"/>
              </a:solidFill>
              <a:latin typeface="Times New Roman"/>
              <a:ea typeface="Times New Roman"/>
              <a:cs typeface="Times New Roman"/>
              <a:sym typeface="Times New Roman"/>
            </a:endParaRPr>
          </a:p>
          <a:p>
            <a:pPr marL="278130" marR="146050" lvl="0" indent="-334100" algn="l" rtl="0">
              <a:lnSpc>
                <a:spcPct val="100000"/>
              </a:lnSpc>
              <a:spcBef>
                <a:spcPts val="305"/>
              </a:spcBef>
              <a:spcAft>
                <a:spcPts val="0"/>
              </a:spcAft>
              <a:buClr>
                <a:srgbClr val="4F81BC"/>
              </a:buClr>
              <a:buSzPts val="3000"/>
              <a:buFont typeface="Times New Roman"/>
              <a:buChar char="⚫"/>
            </a:pPr>
            <a:r>
              <a:rPr lang="en-US" sz="3000" dirty="0">
                <a:solidFill>
                  <a:schemeClr val="dk1"/>
                </a:solidFill>
                <a:latin typeface="Times New Roman"/>
                <a:ea typeface="Times New Roman"/>
                <a:cs typeface="Times New Roman"/>
                <a:sym typeface="Times New Roman"/>
              </a:rPr>
              <a:t>Word formation using letters of a given  word</a:t>
            </a:r>
            <a:endParaRPr sz="3000" dirty="0">
              <a:solidFill>
                <a:schemeClr val="dk1"/>
              </a:solidFill>
              <a:latin typeface="Times New Roman"/>
              <a:ea typeface="Times New Roman"/>
              <a:cs typeface="Times New Roman"/>
              <a:sym typeface="Times New Roman"/>
            </a:endParaRPr>
          </a:p>
          <a:p>
            <a:pPr marL="278130" marR="0" lvl="0" indent="-334100" algn="l" rtl="0">
              <a:lnSpc>
                <a:spcPct val="100000"/>
              </a:lnSpc>
              <a:spcBef>
                <a:spcPts val="300"/>
              </a:spcBef>
              <a:spcAft>
                <a:spcPts val="0"/>
              </a:spcAft>
              <a:buClr>
                <a:srgbClr val="4F81BC"/>
              </a:buClr>
              <a:buSzPts val="3000"/>
              <a:buFont typeface="Times New Roman"/>
              <a:buChar char="⚫"/>
            </a:pPr>
            <a:r>
              <a:rPr lang="en-US" sz="3000" dirty="0">
                <a:solidFill>
                  <a:schemeClr val="dk1"/>
                </a:solidFill>
                <a:latin typeface="Times New Roman"/>
                <a:ea typeface="Times New Roman"/>
                <a:cs typeface="Times New Roman"/>
                <a:sym typeface="Times New Roman"/>
              </a:rPr>
              <a:t>Alpha-Numeric Sequence Puzzle</a:t>
            </a:r>
            <a:endParaRPr sz="3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p:nvPr/>
        </p:nvSpPr>
        <p:spPr>
          <a:xfrm>
            <a:off x="393895" y="1097279"/>
            <a:ext cx="11416316" cy="3608640"/>
          </a:xfrm>
          <a:prstGeom prst="rect">
            <a:avLst/>
          </a:prstGeom>
          <a:noFill/>
          <a:ln>
            <a:noFill/>
          </a:ln>
        </p:spPr>
        <p:txBody>
          <a:bodyPr spcFirstLastPara="1" wrap="square" lIns="91425" tIns="45700" rIns="91425" bIns="45700" anchor="t" anchorCtr="0">
            <a:spAutoFit/>
          </a:bodyPr>
          <a:lstStyle/>
          <a:p>
            <a:pPr marL="12700" marR="0" lvl="0" indent="0" algn="just" rtl="0">
              <a:lnSpc>
                <a:spcPct val="15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1: </a:t>
            </a:r>
            <a:r>
              <a:rPr lang="en-US" sz="2400" dirty="0">
                <a:solidFill>
                  <a:schemeClr val="dk1"/>
                </a:solidFill>
                <a:latin typeface="Times New Roman"/>
                <a:ea typeface="Times New Roman"/>
                <a:cs typeface="Times New Roman"/>
                <a:sym typeface="Times New Roman"/>
              </a:rPr>
              <a:t>Which of the following words will come second in the English dictionary?</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[A] Magical</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Magnify</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Maternal</a:t>
            </a:r>
            <a:endParaRPr sz="2400" dirty="0">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Marshal</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[E] Magnetic</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p:nvPr/>
        </p:nvSpPr>
        <p:spPr>
          <a:xfrm>
            <a:off x="422031" y="900331"/>
            <a:ext cx="11388180" cy="4162638"/>
          </a:xfrm>
          <a:prstGeom prst="rect">
            <a:avLst/>
          </a:prstGeom>
          <a:noFill/>
          <a:ln>
            <a:noFill/>
          </a:ln>
        </p:spPr>
        <p:txBody>
          <a:bodyPr spcFirstLastPara="1" wrap="square" lIns="91425" tIns="45700" rIns="91425" bIns="45700" anchor="t" anchorCtr="0">
            <a:spAutoFit/>
          </a:bodyPr>
          <a:lstStyle/>
          <a:p>
            <a:pPr marL="12700" marR="0" lvl="0" indent="0" algn="just" rtl="0">
              <a:lnSpc>
                <a:spcPct val="15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2: </a:t>
            </a:r>
            <a:r>
              <a:rPr lang="en-US" sz="2400" dirty="0">
                <a:solidFill>
                  <a:schemeClr val="dk1"/>
                </a:solidFill>
                <a:latin typeface="Times New Roman"/>
                <a:ea typeface="Times New Roman"/>
                <a:cs typeface="Times New Roman"/>
                <a:sym typeface="Times New Roman"/>
              </a:rPr>
              <a:t>Which of the following words will  come in the middle if all of them are  arranged alphabetically as in a  dictionary?</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[A] Apology</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Branch</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Antigen</a:t>
            </a:r>
            <a:endParaRPr sz="2400" dirty="0">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Antique</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[E] Antipathy </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p:nvPr/>
        </p:nvSpPr>
        <p:spPr>
          <a:xfrm>
            <a:off x="393895" y="998805"/>
            <a:ext cx="11416316" cy="4716635"/>
          </a:xfrm>
          <a:prstGeom prst="rect">
            <a:avLst/>
          </a:prstGeom>
          <a:noFill/>
          <a:ln>
            <a:noFill/>
          </a:ln>
        </p:spPr>
        <p:txBody>
          <a:bodyPr spcFirstLastPara="1" wrap="square" lIns="91425" tIns="45700" rIns="91425" bIns="45700" anchor="t" anchorCtr="0">
            <a:spAutoFit/>
          </a:bodyPr>
          <a:lstStyle/>
          <a:p>
            <a:pPr marL="12700" marR="0" lvl="0" indent="0" algn="just" rtl="0">
              <a:lnSpc>
                <a:spcPct val="15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3: </a:t>
            </a:r>
            <a:r>
              <a:rPr lang="en-US" sz="2400" dirty="0">
                <a:solidFill>
                  <a:schemeClr val="dk1"/>
                </a:solidFill>
                <a:latin typeface="Times New Roman"/>
                <a:ea typeface="Times New Roman"/>
                <a:cs typeface="Times New Roman"/>
                <a:sym typeface="Times New Roman"/>
              </a:rPr>
              <a:t>How many such pairs of letters are there in the  word </a:t>
            </a:r>
            <a:r>
              <a:rPr lang="en-US" sz="2400" b="1" dirty="0">
                <a:solidFill>
                  <a:schemeClr val="dk1"/>
                </a:solidFill>
                <a:latin typeface="Times New Roman"/>
                <a:ea typeface="Times New Roman"/>
                <a:cs typeface="Times New Roman"/>
                <a:sym typeface="Times New Roman"/>
              </a:rPr>
              <a:t>CORPORATE</a:t>
            </a:r>
            <a:r>
              <a:rPr lang="en-US" sz="2400" dirty="0">
                <a:solidFill>
                  <a:schemeClr val="dk1"/>
                </a:solidFill>
                <a:latin typeface="Times New Roman"/>
                <a:ea typeface="Times New Roman"/>
                <a:cs typeface="Times New Roman"/>
                <a:sym typeface="Times New Roman"/>
              </a:rPr>
              <a:t> each of which has as many  letters in the same sequence between them in the  word as in the English alphabet?</a:t>
            </a:r>
            <a:endParaRPr sz="2400" dirty="0">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[A] 1</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2</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3</a:t>
            </a:r>
            <a:endParaRPr sz="2400" dirty="0">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More than 3</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[E] None of the above</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p:nvPr/>
        </p:nvSpPr>
        <p:spPr>
          <a:xfrm>
            <a:off x="365760" y="956603"/>
            <a:ext cx="11444451" cy="4162638"/>
          </a:xfrm>
          <a:prstGeom prst="rect">
            <a:avLst/>
          </a:prstGeom>
          <a:noFill/>
          <a:ln>
            <a:noFill/>
          </a:ln>
        </p:spPr>
        <p:txBody>
          <a:bodyPr spcFirstLastPara="1" wrap="square" lIns="91425" tIns="45700" rIns="91425" bIns="45700" anchor="t" anchorCtr="0">
            <a:spAutoFit/>
          </a:bodyPr>
          <a:lstStyle/>
          <a:p>
            <a:pPr marL="12700" marR="0" lvl="0" indent="0" algn="just" rtl="0">
              <a:lnSpc>
                <a:spcPct val="15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4: </a:t>
            </a:r>
            <a:r>
              <a:rPr lang="en-US" sz="2400" dirty="0">
                <a:solidFill>
                  <a:schemeClr val="dk1"/>
                </a:solidFill>
                <a:latin typeface="Times New Roman"/>
                <a:ea typeface="Times New Roman"/>
                <a:cs typeface="Times New Roman"/>
                <a:sym typeface="Times New Roman"/>
              </a:rPr>
              <a:t>If the letters in the word </a:t>
            </a:r>
            <a:r>
              <a:rPr lang="en-US" sz="2400" b="1" dirty="0">
                <a:solidFill>
                  <a:schemeClr val="dk1"/>
                </a:solidFill>
                <a:latin typeface="Times New Roman"/>
                <a:ea typeface="Times New Roman"/>
                <a:cs typeface="Times New Roman"/>
                <a:sym typeface="Times New Roman"/>
              </a:rPr>
              <a:t>UNDERTAKING</a:t>
            </a:r>
            <a:r>
              <a:rPr lang="en-US" sz="2400" dirty="0">
                <a:solidFill>
                  <a:schemeClr val="dk1"/>
                </a:solidFill>
                <a:latin typeface="Times New Roman"/>
                <a:ea typeface="Times New Roman"/>
                <a:cs typeface="Times New Roman"/>
                <a:sym typeface="Times New Roman"/>
              </a:rPr>
              <a:t>  are rearranged in the alphabetical order,  which one will be in the middle in order after  the rearrangement?</a:t>
            </a:r>
            <a:endParaRPr sz="2400" dirty="0">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[A] G</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I</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K</a:t>
            </a:r>
            <a:endParaRPr sz="2400" dirty="0">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N</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[E] T</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7"/>
          <p:cNvSpPr txBox="1"/>
          <p:nvPr/>
        </p:nvSpPr>
        <p:spPr>
          <a:xfrm>
            <a:off x="393895" y="998805"/>
            <a:ext cx="11416316" cy="4162638"/>
          </a:xfrm>
          <a:prstGeom prst="rect">
            <a:avLst/>
          </a:prstGeom>
          <a:noFill/>
          <a:ln>
            <a:noFill/>
          </a:ln>
        </p:spPr>
        <p:txBody>
          <a:bodyPr spcFirstLastPara="1" wrap="square" lIns="91425" tIns="45700" rIns="91425" bIns="45700" anchor="t" anchorCtr="0">
            <a:spAutoFit/>
          </a:bodyPr>
          <a:lstStyle/>
          <a:p>
            <a:pPr marL="12700" marR="0" lvl="0" indent="0" algn="just" rtl="0">
              <a:lnSpc>
                <a:spcPct val="15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5: </a:t>
            </a:r>
            <a:r>
              <a:rPr lang="en-US" sz="2400" dirty="0">
                <a:solidFill>
                  <a:schemeClr val="dk1"/>
                </a:solidFill>
                <a:latin typeface="Times New Roman"/>
                <a:ea typeface="Times New Roman"/>
                <a:cs typeface="Times New Roman"/>
                <a:sym typeface="Times New Roman"/>
              </a:rPr>
              <a:t>Which letter in the word </a:t>
            </a:r>
            <a:r>
              <a:rPr lang="en-US" sz="2400" b="1" dirty="0">
                <a:solidFill>
                  <a:schemeClr val="dk1"/>
                </a:solidFill>
                <a:latin typeface="Times New Roman"/>
                <a:ea typeface="Times New Roman"/>
                <a:cs typeface="Times New Roman"/>
                <a:sym typeface="Times New Roman"/>
              </a:rPr>
              <a:t>CYBERNETICS</a:t>
            </a:r>
            <a:r>
              <a:rPr lang="en-US" sz="2400" dirty="0">
                <a:solidFill>
                  <a:schemeClr val="dk1"/>
                </a:solidFill>
                <a:latin typeface="Times New Roman"/>
                <a:ea typeface="Times New Roman"/>
                <a:cs typeface="Times New Roman"/>
                <a:sym typeface="Times New Roman"/>
              </a:rPr>
              <a:t>  occupies the same position as it does in the  English alphabet?</a:t>
            </a:r>
            <a:endParaRPr sz="2400" dirty="0">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[A] C</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E</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S</a:t>
            </a:r>
            <a:endParaRPr sz="2400" dirty="0">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I</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[E] Y</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8"/>
          <p:cNvSpPr txBox="1"/>
          <p:nvPr/>
        </p:nvSpPr>
        <p:spPr>
          <a:xfrm>
            <a:off x="337625" y="970671"/>
            <a:ext cx="11472586" cy="5244985"/>
          </a:xfrm>
          <a:prstGeom prst="rect">
            <a:avLst/>
          </a:prstGeom>
          <a:noFill/>
          <a:ln>
            <a:noFill/>
          </a:ln>
        </p:spPr>
        <p:txBody>
          <a:bodyPr spcFirstLastPara="1" wrap="square" lIns="91425" tIns="45700" rIns="91425" bIns="45700" anchor="t" anchorCtr="0">
            <a:spAutoFit/>
          </a:bodyPr>
          <a:lstStyle/>
          <a:p>
            <a:pPr marL="12700" marR="0" lvl="0" indent="0" algn="just" rtl="0">
              <a:lnSpc>
                <a:spcPct val="15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6: </a:t>
            </a:r>
            <a:r>
              <a:rPr lang="en-US" sz="2400" dirty="0">
                <a:solidFill>
                  <a:schemeClr val="dk1"/>
                </a:solidFill>
                <a:latin typeface="Times New Roman"/>
                <a:ea typeface="Times New Roman"/>
                <a:cs typeface="Times New Roman"/>
                <a:sym typeface="Times New Roman"/>
              </a:rPr>
              <a:t>If the last four letters of the word  </a:t>
            </a:r>
            <a:r>
              <a:rPr lang="en-US" sz="2400" b="1" dirty="0">
                <a:solidFill>
                  <a:schemeClr val="dk1"/>
                </a:solidFill>
                <a:latin typeface="Times New Roman"/>
                <a:ea typeface="Times New Roman"/>
                <a:cs typeface="Times New Roman"/>
                <a:sym typeface="Times New Roman"/>
              </a:rPr>
              <a:t>CONCENTRATION</a:t>
            </a:r>
            <a:r>
              <a:rPr lang="en-US" sz="2400" dirty="0">
                <a:solidFill>
                  <a:schemeClr val="dk1"/>
                </a:solidFill>
                <a:latin typeface="Times New Roman"/>
                <a:ea typeface="Times New Roman"/>
                <a:cs typeface="Times New Roman"/>
                <a:sym typeface="Times New Roman"/>
              </a:rPr>
              <a:t> are written in reverse order  followed by next two in the reverse order and  next three in the reverse order and then followed  by first four in the reverse order, counting from  the left, which letter would be eighth in the new  arrangement? </a:t>
            </a:r>
            <a:endParaRPr sz="2400" dirty="0">
              <a:latin typeface="Times New Roman"/>
              <a:ea typeface="Times New Roman"/>
              <a:cs typeface="Times New Roman"/>
              <a:sym typeface="Times New Roman"/>
            </a:endParaRPr>
          </a:p>
          <a:p>
            <a:pPr marL="12700" marR="0" lvl="0" indent="0" algn="just" rtl="0">
              <a:lnSpc>
                <a:spcPct val="150000"/>
              </a:lnSpc>
              <a:spcBef>
                <a:spcPts val="100"/>
              </a:spcBef>
              <a:spcAft>
                <a:spcPts val="0"/>
              </a:spcAft>
              <a:buNone/>
            </a:pPr>
            <a:r>
              <a:rPr lang="en-US" sz="2400" dirty="0">
                <a:solidFill>
                  <a:schemeClr val="dk1"/>
                </a:solidFill>
                <a:latin typeface="Times New Roman"/>
                <a:ea typeface="Times New Roman"/>
                <a:cs typeface="Times New Roman"/>
                <a:sym typeface="Times New Roman"/>
              </a:rPr>
              <a:t>[A] N</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T</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A</a:t>
            </a:r>
            <a:endParaRPr sz="2400" dirty="0">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R</a:t>
            </a:r>
            <a:endParaRPr sz="2400" dirty="0">
              <a:solidFill>
                <a:schemeClr val="dk1"/>
              </a:solidFill>
              <a:latin typeface="Times New Roman"/>
              <a:ea typeface="Times New Roman"/>
              <a:cs typeface="Times New Roman"/>
              <a:sym typeface="Times New Roman"/>
            </a:endParaRPr>
          </a:p>
          <a:p>
            <a:pPr marL="12066" marR="0" lvl="0" indent="0" algn="just" rtl="0">
              <a:lnSpc>
                <a:spcPct val="150000"/>
              </a:lnSpc>
              <a:spcBef>
                <a:spcPts val="30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9"/>
          <p:cNvSpPr txBox="1"/>
          <p:nvPr/>
        </p:nvSpPr>
        <p:spPr>
          <a:xfrm>
            <a:off x="379828" y="942535"/>
            <a:ext cx="11430383" cy="4347304"/>
          </a:xfrm>
          <a:prstGeom prst="rect">
            <a:avLst/>
          </a:prstGeom>
          <a:noFill/>
          <a:ln>
            <a:noFill/>
          </a:ln>
        </p:spPr>
        <p:txBody>
          <a:bodyPr spcFirstLastPara="1" wrap="square" lIns="91425" tIns="45700" rIns="91425" bIns="45700" anchor="t" anchorCtr="0">
            <a:spAutoFit/>
          </a:bodyPr>
          <a:lstStyle/>
          <a:p>
            <a:pPr marL="12700" marR="5080" lvl="0" indent="0" algn="l" rtl="0">
              <a:lnSpc>
                <a:spcPct val="10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7: </a:t>
            </a:r>
            <a:r>
              <a:rPr lang="en-US" sz="2400" dirty="0">
                <a:solidFill>
                  <a:schemeClr val="dk1"/>
                </a:solidFill>
                <a:latin typeface="Times New Roman"/>
                <a:ea typeface="Times New Roman"/>
                <a:cs typeface="Times New Roman"/>
                <a:sym typeface="Times New Roman"/>
              </a:rPr>
              <a:t>Select the combination of numbers so that  the letters arranged accordingly in the form  of meaningful word.</a:t>
            </a:r>
            <a:endParaRPr sz="2400" dirty="0">
              <a:latin typeface="Times New Roman"/>
              <a:ea typeface="Times New Roman"/>
              <a:cs typeface="Times New Roman"/>
              <a:sym typeface="Times New Roman"/>
            </a:endParaRPr>
          </a:p>
          <a:p>
            <a:pPr marL="12700" marR="5080" lvl="0" indent="0" algn="l" rtl="0">
              <a:lnSpc>
                <a:spcPct val="100000"/>
              </a:lnSpc>
              <a:spcBef>
                <a:spcPts val="300"/>
              </a:spcBef>
              <a:spcAft>
                <a:spcPts val="0"/>
              </a:spcAft>
              <a:buNone/>
            </a:pPr>
            <a:r>
              <a:rPr lang="en-US" sz="2400" b="1" dirty="0">
                <a:solidFill>
                  <a:schemeClr val="dk1"/>
                </a:solidFill>
                <a:latin typeface="Times New Roman"/>
                <a:ea typeface="Times New Roman"/>
                <a:cs typeface="Times New Roman"/>
                <a:sym typeface="Times New Roman"/>
              </a:rPr>
              <a:t>T    I    R    B    H    G</a:t>
            </a:r>
            <a:endParaRPr sz="2400" dirty="0">
              <a:latin typeface="Times New Roman"/>
              <a:ea typeface="Times New Roman"/>
              <a:cs typeface="Times New Roman"/>
              <a:sym typeface="Times New Roman"/>
            </a:endParaRPr>
          </a:p>
          <a:p>
            <a:pPr marL="12700" marR="5080" lvl="0" indent="0" algn="l" rtl="0">
              <a:lnSpc>
                <a:spcPct val="100000"/>
              </a:lnSpc>
              <a:spcBef>
                <a:spcPts val="300"/>
              </a:spcBef>
              <a:spcAft>
                <a:spcPts val="0"/>
              </a:spcAft>
              <a:buNone/>
            </a:pPr>
            <a:r>
              <a:rPr lang="en-US" sz="2400" b="1" dirty="0">
                <a:solidFill>
                  <a:schemeClr val="dk1"/>
                </a:solidFill>
                <a:latin typeface="Times New Roman"/>
                <a:ea typeface="Times New Roman"/>
                <a:cs typeface="Times New Roman"/>
                <a:sym typeface="Times New Roman"/>
              </a:rPr>
              <a:t>1    2     3    4     5      6</a:t>
            </a:r>
            <a:endParaRPr sz="2400"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1, 3, 2, 4, 6, 5</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3, 2, 6, 5, 3, 1</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4, 3, 2, 6, 5, 1</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4, 5, 2, 3, 6, 1</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0"/>
          <p:cNvSpPr txBox="1"/>
          <p:nvPr/>
        </p:nvSpPr>
        <p:spPr>
          <a:xfrm>
            <a:off x="422031" y="942535"/>
            <a:ext cx="11388180" cy="4347304"/>
          </a:xfrm>
          <a:prstGeom prst="rect">
            <a:avLst/>
          </a:prstGeom>
          <a:noFill/>
          <a:ln>
            <a:noFill/>
          </a:ln>
        </p:spPr>
        <p:txBody>
          <a:bodyPr spcFirstLastPara="1" wrap="square" lIns="91425" tIns="45700" rIns="91425" bIns="45700" anchor="t" anchorCtr="0">
            <a:spAutoFit/>
          </a:bodyPr>
          <a:lstStyle/>
          <a:p>
            <a:pPr marL="12700" marR="5080" lvl="0" indent="0" algn="l" rtl="0">
              <a:lnSpc>
                <a:spcPct val="10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8: </a:t>
            </a:r>
            <a:r>
              <a:rPr lang="en-US" sz="2400" dirty="0">
                <a:solidFill>
                  <a:schemeClr val="dk1"/>
                </a:solidFill>
                <a:latin typeface="Times New Roman"/>
                <a:ea typeface="Times New Roman"/>
                <a:cs typeface="Times New Roman"/>
                <a:sym typeface="Times New Roman"/>
              </a:rPr>
              <a:t>Select the combination of numbers so that  the letters arranged accordingly in the form  of meaningful word.</a:t>
            </a:r>
            <a:endParaRPr sz="2400" dirty="0">
              <a:latin typeface="Times New Roman"/>
              <a:ea typeface="Times New Roman"/>
              <a:cs typeface="Times New Roman"/>
              <a:sym typeface="Times New Roman"/>
            </a:endParaRPr>
          </a:p>
          <a:p>
            <a:pPr marL="12700" marR="5080" lvl="0" indent="0" algn="l" rtl="0">
              <a:lnSpc>
                <a:spcPct val="100000"/>
              </a:lnSpc>
              <a:spcBef>
                <a:spcPts val="300"/>
              </a:spcBef>
              <a:spcAft>
                <a:spcPts val="0"/>
              </a:spcAft>
              <a:buNone/>
            </a:pPr>
            <a:r>
              <a:rPr lang="en-US" sz="2400" b="1" dirty="0">
                <a:solidFill>
                  <a:schemeClr val="dk1"/>
                </a:solidFill>
                <a:latin typeface="Times New Roman"/>
                <a:ea typeface="Times New Roman"/>
                <a:cs typeface="Times New Roman"/>
                <a:sym typeface="Times New Roman"/>
              </a:rPr>
              <a:t>T    L    P    N    A    E</a:t>
            </a:r>
            <a:endParaRPr sz="2400" dirty="0">
              <a:latin typeface="Times New Roman"/>
              <a:ea typeface="Times New Roman"/>
              <a:cs typeface="Times New Roman"/>
              <a:sym typeface="Times New Roman"/>
            </a:endParaRPr>
          </a:p>
          <a:p>
            <a:pPr marL="12700" marR="5080" lvl="0" indent="0" algn="l" rtl="0">
              <a:lnSpc>
                <a:spcPct val="100000"/>
              </a:lnSpc>
              <a:spcBef>
                <a:spcPts val="300"/>
              </a:spcBef>
              <a:spcAft>
                <a:spcPts val="0"/>
              </a:spcAft>
              <a:buNone/>
            </a:pPr>
            <a:r>
              <a:rPr lang="en-US" sz="2400" b="1" dirty="0">
                <a:solidFill>
                  <a:schemeClr val="dk1"/>
                </a:solidFill>
                <a:latin typeface="Times New Roman"/>
                <a:ea typeface="Times New Roman"/>
                <a:cs typeface="Times New Roman"/>
                <a:sym typeface="Times New Roman"/>
              </a:rPr>
              <a:t>1    2     3    4     5      6</a:t>
            </a:r>
            <a:endParaRPr sz="2400"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3, 2, 5, 4, 1, 6</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3, 2, 5, 4, 6, 1</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4, 5, 3, 6, 2, 1</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4, 6, 1, 3, 5, 2</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1"/>
          <p:cNvSpPr txBox="1"/>
          <p:nvPr/>
        </p:nvSpPr>
        <p:spPr>
          <a:xfrm>
            <a:off x="492369" y="1012873"/>
            <a:ext cx="11317842" cy="3531696"/>
          </a:xfrm>
          <a:prstGeom prst="rect">
            <a:avLst/>
          </a:prstGeom>
          <a:noFill/>
          <a:ln>
            <a:noFill/>
          </a:ln>
        </p:spPr>
        <p:txBody>
          <a:bodyPr spcFirstLastPara="1" wrap="square" lIns="91425" tIns="45700" rIns="91425" bIns="45700" anchor="t" anchorCtr="0">
            <a:spAutoFit/>
          </a:bodyPr>
          <a:lstStyle/>
          <a:p>
            <a:pPr marL="12700" marR="5080" lvl="0" indent="0" algn="just" rtl="0">
              <a:lnSpc>
                <a:spcPct val="10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9: </a:t>
            </a:r>
            <a:r>
              <a:rPr lang="en-US" sz="2400" dirty="0">
                <a:solidFill>
                  <a:schemeClr val="dk1"/>
                </a:solidFill>
                <a:latin typeface="Times New Roman"/>
                <a:ea typeface="Times New Roman"/>
                <a:cs typeface="Times New Roman"/>
                <a:sym typeface="Times New Roman"/>
              </a:rPr>
              <a:t>If the letters of the word </a:t>
            </a:r>
            <a:r>
              <a:rPr lang="en-US" sz="2400" b="1" dirty="0">
                <a:solidFill>
                  <a:schemeClr val="dk1"/>
                </a:solidFill>
                <a:latin typeface="Times New Roman"/>
                <a:ea typeface="Times New Roman"/>
                <a:cs typeface="Times New Roman"/>
                <a:sym typeface="Times New Roman"/>
              </a:rPr>
              <a:t>ARTICULATES</a:t>
            </a:r>
            <a:r>
              <a:rPr lang="en-US" sz="2400" dirty="0">
                <a:solidFill>
                  <a:schemeClr val="dk1"/>
                </a:solidFill>
                <a:latin typeface="Times New Roman"/>
                <a:ea typeface="Times New Roman"/>
                <a:cs typeface="Times New Roman"/>
                <a:sym typeface="Times New Roman"/>
              </a:rPr>
              <a:t> can  be used as many times as one wants to use, then which one of the following four words  cannot be formed?</a:t>
            </a:r>
            <a:endParaRPr sz="2400"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COURTS</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LATER</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ELECTRIC</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ARTICLE</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2"/>
          <p:cNvSpPr txBox="1"/>
          <p:nvPr/>
        </p:nvSpPr>
        <p:spPr>
          <a:xfrm>
            <a:off x="520505" y="970671"/>
            <a:ext cx="11289706" cy="4347304"/>
          </a:xfrm>
          <a:prstGeom prst="rect">
            <a:avLst/>
          </a:prstGeom>
          <a:noFill/>
          <a:ln>
            <a:noFill/>
          </a:ln>
        </p:spPr>
        <p:txBody>
          <a:bodyPr spcFirstLastPara="1" wrap="square" lIns="91425" tIns="45700" rIns="91425" bIns="45700" anchor="t" anchorCtr="0">
            <a:spAutoFit/>
          </a:bodyPr>
          <a:lstStyle/>
          <a:p>
            <a:pPr marL="12700" marR="5080" lvl="0" indent="0" algn="just" rtl="0">
              <a:lnSpc>
                <a:spcPct val="10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10: </a:t>
            </a:r>
            <a:r>
              <a:rPr lang="en-US" sz="2400" dirty="0">
                <a:solidFill>
                  <a:schemeClr val="dk1"/>
                </a:solidFill>
                <a:latin typeface="Times New Roman"/>
                <a:ea typeface="Times New Roman"/>
                <a:cs typeface="Times New Roman"/>
                <a:sym typeface="Times New Roman"/>
              </a:rPr>
              <a:t>Below are given four words in which  some letters are missing. A group of three  letters completes these words meaningfully.  Select these three letters from the  alternatives given.</a:t>
            </a:r>
            <a:endParaRPr sz="2400" dirty="0">
              <a:solidFill>
                <a:schemeClr val="dk1"/>
              </a:solidFill>
              <a:latin typeface="Times New Roman"/>
              <a:ea typeface="Times New Roman"/>
              <a:cs typeface="Times New Roman"/>
              <a:sym typeface="Times New Roman"/>
            </a:endParaRPr>
          </a:p>
          <a:p>
            <a:pPr marL="12700" marR="0" lvl="0" indent="0" algn="just" rtl="0">
              <a:lnSpc>
                <a:spcPct val="100000"/>
              </a:lnSpc>
              <a:spcBef>
                <a:spcPts val="300"/>
              </a:spcBef>
              <a:spcAft>
                <a:spcPts val="0"/>
              </a:spcAft>
              <a:buNone/>
            </a:pPr>
            <a:r>
              <a:rPr lang="en-US" sz="2400" b="1" dirty="0">
                <a:solidFill>
                  <a:schemeClr val="dk1"/>
                </a:solidFill>
                <a:latin typeface="Times New Roman"/>
                <a:ea typeface="Times New Roman"/>
                <a:cs typeface="Times New Roman"/>
                <a:sym typeface="Times New Roman"/>
              </a:rPr>
              <a:t>_ _ _ vent, _ _ _ </a:t>
            </a:r>
            <a:r>
              <a:rPr lang="en-US" sz="2400" b="1" dirty="0" err="1">
                <a:solidFill>
                  <a:schemeClr val="dk1"/>
                </a:solidFill>
                <a:latin typeface="Times New Roman"/>
                <a:ea typeface="Times New Roman"/>
                <a:cs typeface="Times New Roman"/>
                <a:sym typeface="Times New Roman"/>
              </a:rPr>
              <a:t>nect</a:t>
            </a:r>
            <a:r>
              <a:rPr lang="en-US" sz="2400" b="1" dirty="0">
                <a:solidFill>
                  <a:schemeClr val="dk1"/>
                </a:solidFill>
                <a:latin typeface="Times New Roman"/>
                <a:ea typeface="Times New Roman"/>
                <a:cs typeface="Times New Roman"/>
                <a:sym typeface="Times New Roman"/>
              </a:rPr>
              <a:t>, _ _ _ duct, _ _ _ dole</a:t>
            </a:r>
            <a:endParaRPr sz="2400" dirty="0">
              <a:latin typeface="Times New Roman"/>
              <a:ea typeface="Times New Roman"/>
              <a:cs typeface="Times New Roman"/>
              <a:sym typeface="Times New Roman"/>
            </a:endParaRPr>
          </a:p>
          <a:p>
            <a:pPr marL="12700" marR="0" lvl="0" indent="0" algn="just" rtl="0">
              <a:lnSpc>
                <a:spcPct val="100000"/>
              </a:lnSpc>
              <a:spcBef>
                <a:spcPts val="300"/>
              </a:spcBef>
              <a:spcAft>
                <a:spcPts val="0"/>
              </a:spcAft>
              <a:buNone/>
            </a:pPr>
            <a:endParaRPr sz="2400" b="1" dirty="0">
              <a:solidFill>
                <a:schemeClr val="dk1"/>
              </a:solidFill>
              <a:latin typeface="Times New Roman"/>
              <a:ea typeface="Times New Roman"/>
              <a:cs typeface="Times New Roman"/>
              <a:sym typeface="Times New Roman"/>
            </a:endParaRPr>
          </a:p>
          <a:p>
            <a:pPr marL="1270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Cor</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Coc</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a:t>
            </a:r>
            <a:r>
              <a:rPr lang="en-US" sz="2400" dirty="0" err="1">
                <a:solidFill>
                  <a:schemeClr val="dk1"/>
                </a:solidFill>
                <a:latin typeface="Times New Roman"/>
                <a:ea typeface="Times New Roman"/>
                <a:cs typeface="Times New Roman"/>
                <a:sym typeface="Times New Roman"/>
              </a:rPr>
              <a:t>Cov</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Con</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3"/>
          <p:cNvSpPr txBox="1"/>
          <p:nvPr/>
        </p:nvSpPr>
        <p:spPr>
          <a:xfrm>
            <a:off x="393895" y="1055077"/>
            <a:ext cx="11416316" cy="4978246"/>
          </a:xfrm>
          <a:prstGeom prst="rect">
            <a:avLst/>
          </a:prstGeom>
          <a:noFill/>
          <a:ln>
            <a:noFill/>
          </a:ln>
        </p:spPr>
        <p:txBody>
          <a:bodyPr spcFirstLastPara="1" wrap="square" lIns="91425" tIns="45700" rIns="91425" bIns="45700" anchor="t" anchorCtr="0">
            <a:spAutoFit/>
          </a:bodyPr>
          <a:lstStyle/>
          <a:p>
            <a:pPr marL="12700" marR="0" lvl="0" indent="0" algn="l" rtl="0">
              <a:lnSpc>
                <a:spcPct val="10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11:   ₤= β F 2 * K S 7 5 # $ P L V 8 @ M U E 6 ∞Q G © 9 3 &amp; T Y ¥</a:t>
            </a:r>
            <a:endParaRPr sz="2400" dirty="0">
              <a:latin typeface="Times New Roman"/>
              <a:ea typeface="Times New Roman"/>
              <a:cs typeface="Times New Roman"/>
              <a:sym typeface="Times New Roman"/>
            </a:endParaRPr>
          </a:p>
          <a:p>
            <a:pPr marL="12700" marR="0" lvl="0" indent="0" algn="l" rtl="0">
              <a:lnSpc>
                <a:spcPct val="100000"/>
              </a:lnSpc>
              <a:spcBef>
                <a:spcPts val="305"/>
              </a:spcBef>
              <a:spcAft>
                <a:spcPts val="0"/>
              </a:spcAft>
              <a:buNone/>
            </a:pPr>
            <a:endParaRPr sz="2400" b="1" dirty="0">
              <a:solidFill>
                <a:schemeClr val="dk1"/>
              </a:solidFill>
              <a:latin typeface="Times New Roman"/>
              <a:ea typeface="Times New Roman"/>
              <a:cs typeface="Times New Roman"/>
              <a:sym typeface="Times New Roman"/>
            </a:endParaRPr>
          </a:p>
          <a:p>
            <a:pPr marL="12700" marR="215265" lvl="0" indent="0" algn="just" rtl="0">
              <a:lnSpc>
                <a:spcPct val="100000"/>
              </a:lnSpc>
              <a:spcBef>
                <a:spcPts val="300"/>
              </a:spcBef>
              <a:spcAft>
                <a:spcPts val="0"/>
              </a:spcAft>
              <a:buNone/>
            </a:pPr>
            <a:r>
              <a:rPr lang="en-US" sz="2400" dirty="0">
                <a:solidFill>
                  <a:schemeClr val="dk1"/>
                </a:solidFill>
                <a:latin typeface="Times New Roman"/>
                <a:ea typeface="Times New Roman"/>
                <a:cs typeface="Times New Roman"/>
                <a:sym typeface="Times New Roman"/>
              </a:rPr>
              <a:t>How many such letters are there in the  arrangement each of which is either  immediately preceded by a symbol or  immediately followed by a number, but not  both?</a:t>
            </a:r>
            <a:endParaRPr sz="2400" dirty="0">
              <a:solidFill>
                <a:schemeClr val="dk1"/>
              </a:solidFill>
              <a:latin typeface="Times New Roman"/>
              <a:ea typeface="Times New Roman"/>
              <a:cs typeface="Times New Roman"/>
              <a:sym typeface="Times New Roman"/>
            </a:endParaRPr>
          </a:p>
          <a:p>
            <a:pPr marL="12700" marR="0" lvl="0" indent="0" algn="just" rtl="0">
              <a:lnSpc>
                <a:spcPct val="100000"/>
              </a:lnSpc>
              <a:spcBef>
                <a:spcPts val="300"/>
              </a:spcBef>
              <a:spcAft>
                <a:spcPts val="0"/>
              </a:spcAft>
              <a:buNone/>
            </a:pP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3</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4</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5</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6</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[E] None of these</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4"/>
          <p:cNvSpPr txBox="1"/>
          <p:nvPr/>
        </p:nvSpPr>
        <p:spPr>
          <a:xfrm>
            <a:off x="422031" y="1111347"/>
            <a:ext cx="11388180" cy="4832052"/>
          </a:xfrm>
          <a:prstGeom prst="rect">
            <a:avLst/>
          </a:prstGeom>
          <a:noFill/>
          <a:ln>
            <a:noFill/>
          </a:ln>
        </p:spPr>
        <p:txBody>
          <a:bodyPr spcFirstLastPara="1" wrap="square" lIns="91425" tIns="45700" rIns="91425" bIns="45700" anchor="t" anchorCtr="0">
            <a:spAutoFit/>
          </a:bodyPr>
          <a:lstStyle/>
          <a:p>
            <a:pPr marL="12700" marR="0" lvl="0" indent="0" algn="l" rtl="0">
              <a:lnSpc>
                <a:spcPct val="10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12:   R E 5 D A P $ 3 T I Q 7 9 B # 2 K % U 1 M W 4 * J 8 N</a:t>
            </a:r>
            <a:endParaRPr sz="2400" dirty="0">
              <a:latin typeface="Times New Roman"/>
              <a:ea typeface="Times New Roman"/>
              <a:cs typeface="Times New Roman"/>
              <a:sym typeface="Times New Roman"/>
            </a:endParaRPr>
          </a:p>
          <a:p>
            <a:pPr marL="12700" marR="0" lvl="0" indent="0" algn="l" rtl="0">
              <a:lnSpc>
                <a:spcPct val="100000"/>
              </a:lnSpc>
              <a:spcBef>
                <a:spcPts val="305"/>
              </a:spcBef>
              <a:spcAft>
                <a:spcPts val="0"/>
              </a:spcAft>
              <a:buNone/>
            </a:pPr>
            <a:endParaRPr sz="2400" b="1" dirty="0">
              <a:solidFill>
                <a:schemeClr val="dk1"/>
              </a:solidFill>
              <a:latin typeface="Times New Roman"/>
              <a:ea typeface="Times New Roman"/>
              <a:cs typeface="Times New Roman"/>
              <a:sym typeface="Times New Roman"/>
            </a:endParaRPr>
          </a:p>
          <a:p>
            <a:pPr marL="12700" marR="0" lvl="0" indent="0" algn="l" rtl="0">
              <a:lnSpc>
                <a:spcPct val="100000"/>
              </a:lnSpc>
              <a:spcBef>
                <a:spcPts val="305"/>
              </a:spcBef>
              <a:spcAft>
                <a:spcPts val="0"/>
              </a:spcAft>
              <a:buNone/>
            </a:pPr>
            <a:r>
              <a:rPr lang="en-US" sz="2400" dirty="0">
                <a:solidFill>
                  <a:schemeClr val="dk1"/>
                </a:solidFill>
                <a:latin typeface="Times New Roman"/>
                <a:ea typeface="Times New Roman"/>
                <a:cs typeface="Times New Roman"/>
                <a:sym typeface="Times New Roman"/>
              </a:rPr>
              <a:t>Which of the following is exactly in the  middle between 3 and 1 in the above  arrangement?</a:t>
            </a:r>
            <a:endParaRPr sz="2400" dirty="0">
              <a:latin typeface="Times New Roman"/>
              <a:ea typeface="Times New Roman"/>
              <a:cs typeface="Times New Roman"/>
              <a:sym typeface="Times New Roman"/>
            </a:endParaRPr>
          </a:p>
          <a:p>
            <a:pPr marL="12700" marR="0" lvl="0" indent="0" algn="l" rtl="0">
              <a:lnSpc>
                <a:spcPct val="100000"/>
              </a:lnSpc>
              <a:spcBef>
                <a:spcPts val="305"/>
              </a:spcBef>
              <a:spcAft>
                <a:spcPts val="0"/>
              </a:spcAft>
              <a:buNone/>
            </a:pPr>
            <a:endParaRPr sz="2400" dirty="0">
              <a:solidFill>
                <a:schemeClr val="dk1"/>
              </a:solidFill>
              <a:latin typeface="Times New Roman"/>
              <a:ea typeface="Times New Roman"/>
              <a:cs typeface="Times New Roman"/>
              <a:sym typeface="Times New Roman"/>
            </a:endParaRPr>
          </a:p>
          <a:p>
            <a:pPr marL="12700" marR="0" lvl="0" indent="0" algn="l" rtl="0">
              <a:lnSpc>
                <a:spcPct val="100000"/>
              </a:lnSpc>
              <a:spcBef>
                <a:spcPts val="305"/>
              </a:spcBef>
              <a:spcAft>
                <a:spcPts val="0"/>
              </a:spcAft>
              <a:buNone/>
            </a:pPr>
            <a:r>
              <a:rPr lang="en-US" sz="2400" dirty="0">
                <a:solidFill>
                  <a:schemeClr val="dk1"/>
                </a:solidFill>
                <a:latin typeface="Times New Roman"/>
                <a:ea typeface="Times New Roman"/>
                <a:cs typeface="Times New Roman"/>
                <a:sym typeface="Times New Roman"/>
              </a:rPr>
              <a:t>[A] B</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K</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9</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[E] None of these</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5"/>
          <p:cNvSpPr txBox="1"/>
          <p:nvPr/>
        </p:nvSpPr>
        <p:spPr>
          <a:xfrm>
            <a:off x="407963" y="1012873"/>
            <a:ext cx="11402248" cy="4832052"/>
          </a:xfrm>
          <a:prstGeom prst="rect">
            <a:avLst/>
          </a:prstGeom>
          <a:noFill/>
          <a:ln>
            <a:noFill/>
          </a:ln>
        </p:spPr>
        <p:txBody>
          <a:bodyPr spcFirstLastPara="1" wrap="square" lIns="91425" tIns="45700" rIns="91425" bIns="45700" anchor="t" anchorCtr="0">
            <a:spAutoFit/>
          </a:bodyPr>
          <a:lstStyle/>
          <a:p>
            <a:pPr marL="12700" marR="0" lvl="0" indent="0" algn="l" rtl="0">
              <a:lnSpc>
                <a:spcPct val="10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13:   R E 5 D A P $ 3 T I Q 7 9 B # 2 K % U 1 M W 4 * J 8 N</a:t>
            </a:r>
            <a:endParaRPr sz="2400" dirty="0">
              <a:latin typeface="Times New Roman"/>
              <a:ea typeface="Times New Roman"/>
              <a:cs typeface="Times New Roman"/>
              <a:sym typeface="Times New Roman"/>
            </a:endParaRPr>
          </a:p>
          <a:p>
            <a:pPr marL="12700" marR="0" lvl="0" indent="0" algn="l" rtl="0">
              <a:lnSpc>
                <a:spcPct val="100000"/>
              </a:lnSpc>
              <a:spcBef>
                <a:spcPts val="305"/>
              </a:spcBef>
              <a:spcAft>
                <a:spcPts val="0"/>
              </a:spcAft>
              <a:buNone/>
            </a:pPr>
            <a:endParaRPr sz="2400" b="1" dirty="0">
              <a:solidFill>
                <a:schemeClr val="dk1"/>
              </a:solidFill>
              <a:latin typeface="Times New Roman"/>
              <a:ea typeface="Times New Roman"/>
              <a:cs typeface="Times New Roman"/>
              <a:sym typeface="Times New Roman"/>
            </a:endParaRPr>
          </a:p>
          <a:p>
            <a:pPr marL="12700" marR="449580" lvl="0" indent="0" algn="just" rtl="0">
              <a:lnSpc>
                <a:spcPct val="100000"/>
              </a:lnSpc>
              <a:spcBef>
                <a:spcPts val="300"/>
              </a:spcBef>
              <a:spcAft>
                <a:spcPts val="0"/>
              </a:spcAft>
              <a:buNone/>
            </a:pPr>
            <a:r>
              <a:rPr lang="en-US" sz="2400" dirty="0">
                <a:solidFill>
                  <a:schemeClr val="dk1"/>
                </a:solidFill>
                <a:latin typeface="Times New Roman"/>
                <a:ea typeface="Times New Roman"/>
                <a:cs typeface="Times New Roman"/>
                <a:sym typeface="Times New Roman"/>
              </a:rPr>
              <a:t>How many such numbers are there in  the above arrangement, each of which is  immediately preceded by a consonant and not  immediately followed by a consonant?</a:t>
            </a:r>
            <a:endParaRPr sz="2400" dirty="0">
              <a:solidFill>
                <a:schemeClr val="dk1"/>
              </a:solidFill>
              <a:latin typeface="Times New Roman"/>
              <a:ea typeface="Times New Roman"/>
              <a:cs typeface="Times New Roman"/>
              <a:sym typeface="Times New Roman"/>
            </a:endParaRPr>
          </a:p>
          <a:p>
            <a:pPr marL="12700" marR="0" lvl="0" indent="0" algn="l" rtl="0">
              <a:lnSpc>
                <a:spcPct val="100000"/>
              </a:lnSpc>
              <a:spcBef>
                <a:spcPts val="305"/>
              </a:spcBef>
              <a:spcAft>
                <a:spcPts val="0"/>
              </a:spcAft>
              <a:buNone/>
            </a:pPr>
            <a:endParaRPr sz="2400" dirty="0">
              <a:solidFill>
                <a:schemeClr val="dk1"/>
              </a:solidFill>
              <a:latin typeface="Times New Roman"/>
              <a:ea typeface="Times New Roman"/>
              <a:cs typeface="Times New Roman"/>
              <a:sym typeface="Times New Roman"/>
            </a:endParaRPr>
          </a:p>
          <a:p>
            <a:pPr marL="12700" marR="0" lvl="0" indent="0" algn="l" rtl="0">
              <a:lnSpc>
                <a:spcPct val="100000"/>
              </a:lnSpc>
              <a:spcBef>
                <a:spcPts val="305"/>
              </a:spcBef>
              <a:spcAft>
                <a:spcPts val="0"/>
              </a:spcAft>
              <a:buNone/>
            </a:pPr>
            <a:r>
              <a:rPr lang="en-US" sz="2400" dirty="0">
                <a:solidFill>
                  <a:schemeClr val="dk1"/>
                </a:solidFill>
                <a:latin typeface="Times New Roman"/>
                <a:ea typeface="Times New Roman"/>
                <a:cs typeface="Times New Roman"/>
                <a:sym typeface="Times New Roman"/>
              </a:rPr>
              <a:t>[A] None</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1</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2</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3</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[E] None of these</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6"/>
          <p:cNvSpPr txBox="1"/>
          <p:nvPr/>
        </p:nvSpPr>
        <p:spPr>
          <a:xfrm>
            <a:off x="407963" y="1322363"/>
            <a:ext cx="11402248" cy="4832052"/>
          </a:xfrm>
          <a:prstGeom prst="rect">
            <a:avLst/>
          </a:prstGeom>
          <a:noFill/>
          <a:ln>
            <a:noFill/>
          </a:ln>
        </p:spPr>
        <p:txBody>
          <a:bodyPr spcFirstLastPara="1" wrap="square" lIns="91425" tIns="45700" rIns="91425" bIns="45700" anchor="t" anchorCtr="0">
            <a:spAutoFit/>
          </a:bodyPr>
          <a:lstStyle/>
          <a:p>
            <a:pPr marL="12700" marR="0" lvl="0" indent="0" algn="l" rtl="0">
              <a:lnSpc>
                <a:spcPct val="100000"/>
              </a:lnSpc>
              <a:spcBef>
                <a:spcPts val="0"/>
              </a:spcBef>
              <a:spcAft>
                <a:spcPts val="0"/>
              </a:spcAft>
              <a:buNone/>
            </a:pPr>
            <a:r>
              <a:rPr lang="en-US" sz="2400" b="1" dirty="0">
                <a:solidFill>
                  <a:schemeClr val="dk1"/>
                </a:solidFill>
                <a:latin typeface="Times New Roman"/>
                <a:ea typeface="Times New Roman"/>
                <a:cs typeface="Times New Roman"/>
                <a:sym typeface="Times New Roman"/>
              </a:rPr>
              <a:t>Question 14:   R E 5 D A P $ 3 T I Q 7 9 B # 2 K % U 1 M W 4 * J 8 N</a:t>
            </a:r>
            <a:endParaRPr sz="2400" dirty="0">
              <a:latin typeface="Times New Roman"/>
              <a:ea typeface="Times New Roman"/>
              <a:cs typeface="Times New Roman"/>
              <a:sym typeface="Times New Roman"/>
            </a:endParaRPr>
          </a:p>
          <a:p>
            <a:pPr marL="12700" marR="0" lvl="0" indent="0" algn="l" rtl="0">
              <a:lnSpc>
                <a:spcPct val="100000"/>
              </a:lnSpc>
              <a:spcBef>
                <a:spcPts val="305"/>
              </a:spcBef>
              <a:spcAft>
                <a:spcPts val="0"/>
              </a:spcAft>
              <a:buNone/>
            </a:pPr>
            <a:endParaRPr sz="2400" b="1" dirty="0">
              <a:solidFill>
                <a:schemeClr val="dk1"/>
              </a:solidFill>
              <a:latin typeface="Times New Roman"/>
              <a:ea typeface="Times New Roman"/>
              <a:cs typeface="Times New Roman"/>
              <a:sym typeface="Times New Roman"/>
            </a:endParaRPr>
          </a:p>
          <a:p>
            <a:pPr marL="12700" marR="449580" lvl="0" indent="0" algn="just" rtl="0">
              <a:lnSpc>
                <a:spcPct val="100000"/>
              </a:lnSpc>
              <a:spcBef>
                <a:spcPts val="300"/>
              </a:spcBef>
              <a:spcAft>
                <a:spcPts val="0"/>
              </a:spcAft>
              <a:buNone/>
            </a:pPr>
            <a:r>
              <a:rPr lang="en-US" sz="2400" dirty="0">
                <a:solidFill>
                  <a:schemeClr val="dk1"/>
                </a:solidFill>
                <a:latin typeface="Times New Roman"/>
                <a:ea typeface="Times New Roman"/>
                <a:cs typeface="Times New Roman"/>
                <a:sym typeface="Times New Roman"/>
              </a:rPr>
              <a:t>Which of the following is seventh to the  left of the sixteenth from the left in the above  arrangement?</a:t>
            </a:r>
            <a:endParaRPr sz="2400" dirty="0">
              <a:latin typeface="Times New Roman"/>
              <a:ea typeface="Times New Roman"/>
              <a:cs typeface="Times New Roman"/>
              <a:sym typeface="Times New Roman"/>
            </a:endParaRPr>
          </a:p>
          <a:p>
            <a:pPr marL="12700" marR="449580" lvl="0" indent="0" algn="just" rtl="0">
              <a:lnSpc>
                <a:spcPct val="100000"/>
              </a:lnSpc>
              <a:spcBef>
                <a:spcPts val="300"/>
              </a:spcBef>
              <a:spcAft>
                <a:spcPts val="0"/>
              </a:spcAft>
              <a:buNone/>
            </a:pPr>
            <a:endParaRPr sz="2400" dirty="0">
              <a:solidFill>
                <a:schemeClr val="dk1"/>
              </a:solidFill>
              <a:latin typeface="Times New Roman"/>
              <a:ea typeface="Times New Roman"/>
              <a:cs typeface="Times New Roman"/>
              <a:sym typeface="Times New Roman"/>
            </a:endParaRPr>
          </a:p>
          <a:p>
            <a:pPr marL="12700" marR="0" lvl="0" indent="0" algn="l" rtl="0">
              <a:lnSpc>
                <a:spcPct val="100000"/>
              </a:lnSpc>
              <a:spcBef>
                <a:spcPts val="305"/>
              </a:spcBef>
              <a:spcAft>
                <a:spcPts val="0"/>
              </a:spcAft>
              <a:buNone/>
            </a:pPr>
            <a:r>
              <a:rPr lang="en-US" sz="2400" dirty="0">
                <a:solidFill>
                  <a:schemeClr val="dk1"/>
                </a:solidFill>
                <a:latin typeface="Times New Roman"/>
                <a:ea typeface="Times New Roman"/>
                <a:cs typeface="Times New Roman"/>
                <a:sym typeface="Times New Roman"/>
              </a:rPr>
              <a:t>[A] A</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[B] U</a:t>
            </a:r>
            <a:endParaRPr sz="24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[C] 4</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[D] T</a:t>
            </a:r>
            <a:endParaRPr sz="2400" dirty="0">
              <a:latin typeface="Times New Roman"/>
              <a:ea typeface="Times New Roman"/>
              <a:cs typeface="Times New Roman"/>
              <a:sym typeface="Times New Roman"/>
            </a:endParaRPr>
          </a:p>
          <a:p>
            <a:pPr marL="12700" marR="0" lvl="0" indent="0" algn="l" rtl="0">
              <a:lnSpc>
                <a:spcPct val="150000"/>
              </a:lnSpc>
              <a:spcBef>
                <a:spcPts val="300"/>
              </a:spcBef>
              <a:spcAft>
                <a:spcPts val="0"/>
              </a:spcAft>
              <a:buNone/>
            </a:pPr>
            <a:r>
              <a:rPr lang="en-US" sz="2400" dirty="0">
                <a:solidFill>
                  <a:schemeClr val="dk1"/>
                </a:solidFill>
                <a:latin typeface="Times New Roman"/>
                <a:ea typeface="Times New Roman"/>
                <a:cs typeface="Times New Roman"/>
                <a:sym typeface="Times New Roman"/>
              </a:rPr>
              <a:t>[E] None of these</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7"/>
          <p:cNvSpPr txBox="1"/>
          <p:nvPr/>
        </p:nvSpPr>
        <p:spPr>
          <a:xfrm>
            <a:off x="562707" y="1012874"/>
            <a:ext cx="10997331" cy="4154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15: </a:t>
            </a:r>
            <a:r>
              <a:rPr lang="en-US" sz="2400" dirty="0">
                <a:solidFill>
                  <a:schemeClr val="dk1"/>
                </a:solidFill>
                <a:latin typeface="Times New Roman"/>
                <a:ea typeface="Times New Roman"/>
                <a:cs typeface="Times New Roman"/>
                <a:sym typeface="Times New Roman"/>
              </a:rPr>
              <a:t>Find the next term in the alpha-numeric series:</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Z1A, X2D, V6G, T21J, R88M, P445P, ?</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[A] N2676S</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[B] N2676T</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[C] T2670N</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[D] T2676N</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8"/>
          <p:cNvSpPr txBox="1"/>
          <p:nvPr/>
        </p:nvSpPr>
        <p:spPr>
          <a:xfrm>
            <a:off x="548639" y="998806"/>
            <a:ext cx="11011399"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16: </a:t>
            </a:r>
            <a:r>
              <a:rPr lang="en-US" sz="2400" dirty="0">
                <a:solidFill>
                  <a:schemeClr val="dk1"/>
                </a:solidFill>
                <a:latin typeface="Times New Roman"/>
                <a:ea typeface="Times New Roman"/>
                <a:cs typeface="Times New Roman"/>
                <a:sym typeface="Times New Roman"/>
              </a:rPr>
              <a:t>Find the next term in the alpha-numeric series:</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H188,  J269, L333,  N382,  P418,  ? </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A. R443 </a:t>
            </a:r>
            <a:endParaRPr sz="2400" dirty="0">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B. S388 </a:t>
            </a:r>
            <a:endParaRPr sz="2400" dirty="0">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C. R414 </a:t>
            </a:r>
            <a:endParaRPr sz="2400" dirty="0">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D. S435</a:t>
            </a: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289cef6e6d_0_0"/>
          <p:cNvSpPr txBox="1"/>
          <p:nvPr/>
        </p:nvSpPr>
        <p:spPr>
          <a:xfrm>
            <a:off x="562707" y="886264"/>
            <a:ext cx="10997331" cy="45242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18: </a:t>
            </a:r>
            <a:r>
              <a:rPr lang="en-US" sz="2400" dirty="0">
                <a:solidFill>
                  <a:schemeClr val="dk1"/>
                </a:solidFill>
                <a:latin typeface="Times New Roman"/>
                <a:ea typeface="Times New Roman"/>
                <a:cs typeface="Times New Roman"/>
                <a:sym typeface="Times New Roman"/>
              </a:rPr>
              <a:t>Find the next term in the alpha-numeric series:</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457200" algn="l" rtl="0">
              <a:spcBef>
                <a:spcPts val="0"/>
              </a:spcBef>
              <a:spcAft>
                <a:spcPts val="0"/>
              </a:spcAft>
              <a:buNone/>
            </a:pPr>
            <a:r>
              <a:rPr lang="en-US" sz="2400" dirty="0">
                <a:solidFill>
                  <a:schemeClr val="dk1"/>
                </a:solidFill>
                <a:latin typeface="Times New Roman"/>
                <a:ea typeface="Times New Roman"/>
                <a:cs typeface="Times New Roman"/>
                <a:sym typeface="Times New Roman"/>
              </a:rPr>
              <a:t>A25 C33 E54 G99 I179 ? </a:t>
            </a: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A. L243 </a:t>
            </a: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B. K240 </a:t>
            </a: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C. L285 </a:t>
            </a: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D. K305</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3289cef6e6d_0_13"/>
          <p:cNvSpPr txBox="1"/>
          <p:nvPr/>
        </p:nvSpPr>
        <p:spPr>
          <a:xfrm>
            <a:off x="506437" y="942534"/>
            <a:ext cx="11053602" cy="304694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19: </a:t>
            </a:r>
            <a:r>
              <a:rPr lang="en-US" sz="2400" dirty="0">
                <a:solidFill>
                  <a:schemeClr val="dk1"/>
                </a:solidFill>
                <a:latin typeface="Times New Roman"/>
                <a:ea typeface="Times New Roman"/>
                <a:cs typeface="Times New Roman"/>
                <a:sym typeface="Times New Roman"/>
              </a:rPr>
              <a:t>Find the next term in the alpha-numeric series:</a:t>
            </a:r>
            <a:endParaRPr sz="2400" dirty="0">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457200" algn="l" rtl="0">
              <a:spcBef>
                <a:spcPts val="0"/>
              </a:spcBef>
              <a:spcAft>
                <a:spcPts val="0"/>
              </a:spcAft>
              <a:buNone/>
            </a:pPr>
            <a:r>
              <a:rPr lang="en-US" sz="2400" dirty="0">
                <a:solidFill>
                  <a:schemeClr val="dk1"/>
                </a:solidFill>
                <a:latin typeface="Times New Roman"/>
                <a:ea typeface="Times New Roman"/>
                <a:cs typeface="Times New Roman"/>
                <a:sym typeface="Times New Roman"/>
              </a:rPr>
              <a:t>T0, R10, P47, N129, L274, ? </a:t>
            </a:r>
            <a:endParaRPr sz="2400" dirty="0">
              <a:solidFill>
                <a:schemeClr val="dk1"/>
              </a:solidFill>
              <a:latin typeface="Times New Roman"/>
              <a:ea typeface="Times New Roman"/>
              <a:cs typeface="Times New Roman"/>
              <a:sym typeface="Times New Roman"/>
            </a:endParaRPr>
          </a:p>
          <a:p>
            <a:pPr marL="0" marR="0" lvl="0" indent="45720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457200" algn="l" rtl="0">
              <a:spcBef>
                <a:spcPts val="0"/>
              </a:spcBef>
              <a:spcAft>
                <a:spcPts val="0"/>
              </a:spcAft>
              <a:buNone/>
            </a:pPr>
            <a:r>
              <a:rPr lang="en-US" sz="2400" dirty="0">
                <a:solidFill>
                  <a:schemeClr val="dk1"/>
                </a:solidFill>
                <a:latin typeface="Times New Roman"/>
                <a:ea typeface="Times New Roman"/>
                <a:cs typeface="Times New Roman"/>
                <a:sym typeface="Times New Roman"/>
              </a:rPr>
              <a:t>A. K480 </a:t>
            </a:r>
            <a:endParaRPr sz="2400" dirty="0">
              <a:solidFill>
                <a:schemeClr val="dk1"/>
              </a:solidFill>
              <a:latin typeface="Times New Roman"/>
              <a:ea typeface="Times New Roman"/>
              <a:cs typeface="Times New Roman"/>
              <a:sym typeface="Times New Roman"/>
            </a:endParaRPr>
          </a:p>
          <a:p>
            <a:pPr marL="0" marR="0" lvl="0" indent="457200" algn="l" rtl="0">
              <a:spcBef>
                <a:spcPts val="0"/>
              </a:spcBef>
              <a:spcAft>
                <a:spcPts val="0"/>
              </a:spcAft>
              <a:buNone/>
            </a:pPr>
            <a:r>
              <a:rPr lang="en-US" sz="2400" dirty="0">
                <a:solidFill>
                  <a:schemeClr val="dk1"/>
                </a:solidFill>
                <a:latin typeface="Times New Roman"/>
                <a:ea typeface="Times New Roman"/>
                <a:cs typeface="Times New Roman"/>
                <a:sym typeface="Times New Roman"/>
              </a:rPr>
              <a:t>B. J492 </a:t>
            </a:r>
            <a:endParaRPr sz="2400" dirty="0">
              <a:solidFill>
                <a:schemeClr val="dk1"/>
              </a:solidFill>
              <a:latin typeface="Times New Roman"/>
              <a:ea typeface="Times New Roman"/>
              <a:cs typeface="Times New Roman"/>
              <a:sym typeface="Times New Roman"/>
            </a:endParaRPr>
          </a:p>
          <a:p>
            <a:pPr marL="0" marR="0" lvl="0" indent="457200" algn="l" rtl="0">
              <a:spcBef>
                <a:spcPts val="0"/>
              </a:spcBef>
              <a:spcAft>
                <a:spcPts val="0"/>
              </a:spcAft>
              <a:buNone/>
            </a:pPr>
            <a:r>
              <a:rPr lang="en-US" sz="2400" dirty="0">
                <a:solidFill>
                  <a:schemeClr val="dk1"/>
                </a:solidFill>
                <a:latin typeface="Times New Roman"/>
                <a:ea typeface="Times New Roman"/>
                <a:cs typeface="Times New Roman"/>
                <a:sym typeface="Times New Roman"/>
              </a:rPr>
              <a:t>C. K488 </a:t>
            </a:r>
            <a:endParaRPr sz="2400" dirty="0">
              <a:solidFill>
                <a:schemeClr val="dk1"/>
              </a:solidFill>
              <a:latin typeface="Times New Roman"/>
              <a:ea typeface="Times New Roman"/>
              <a:cs typeface="Times New Roman"/>
              <a:sym typeface="Times New Roman"/>
            </a:endParaRPr>
          </a:p>
          <a:p>
            <a:pPr marL="0" marR="0" lvl="0" indent="457200" algn="l" rtl="0">
              <a:spcBef>
                <a:spcPts val="0"/>
              </a:spcBef>
              <a:spcAft>
                <a:spcPts val="0"/>
              </a:spcAft>
              <a:buNone/>
            </a:pPr>
            <a:r>
              <a:rPr lang="en-US" sz="2400" dirty="0">
                <a:solidFill>
                  <a:schemeClr val="dk1"/>
                </a:solidFill>
                <a:latin typeface="Times New Roman"/>
                <a:ea typeface="Times New Roman"/>
                <a:cs typeface="Times New Roman"/>
                <a:sym typeface="Times New Roman"/>
              </a:rPr>
              <a:t>D. J500</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20" descr="C:\Users\User\Desktop\Blood relationship\thankyou.png"/>
          <p:cNvPicPr preferRelativeResize="0"/>
          <p:nvPr/>
        </p:nvPicPr>
        <p:blipFill rotWithShape="1">
          <a:blip r:embed="rId3">
            <a:alphaModFix/>
          </a:blip>
          <a:srcRect/>
          <a:stretch/>
        </p:blipFill>
        <p:spPr>
          <a:xfrm>
            <a:off x="1681163" y="687388"/>
            <a:ext cx="8829675" cy="5483225"/>
          </a:xfrm>
          <a:prstGeom prst="rect">
            <a:avLst/>
          </a:prstGeom>
          <a:noFill/>
          <a:ln>
            <a:noFill/>
          </a:ln>
        </p:spPr>
      </p:pic>
    </p:spTree>
  </p:cSld>
  <p:clrMapOvr>
    <a:masterClrMapping/>
  </p:clrMapOvr>
</p:sld>
</file>

<file path=ppt/theme/theme1.xml><?xml version="1.0" encoding="utf-8"?>
<a:theme xmlns:a="http://schemas.openxmlformats.org/drawingml/2006/main" name="Aspec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PEA-305_L3_Number system </Template>
  <TotalTime>3005</TotalTime>
  <Words>1116</Words>
  <Application>Microsoft Office PowerPoint</Application>
  <PresentationFormat>Widescreen</PresentationFormat>
  <Paragraphs>174</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Noto Sans Symbols</vt:lpstr>
      <vt:lpstr>Times New Roman</vt:lpstr>
      <vt:lpstr>Verdana</vt:lpstr>
      <vt:lpstr>Aspect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pradeep panwar</dc:creator>
  <cp:lastModifiedBy>Chandrabhushan kumar sinha</cp:lastModifiedBy>
  <cp:revision>9</cp:revision>
  <dcterms:created xsi:type="dcterms:W3CDTF">2022-02-20T13:44:06Z</dcterms:created>
  <dcterms:modified xsi:type="dcterms:W3CDTF">2026-03-02T08:29:21Z</dcterms:modified>
</cp:coreProperties>
</file>