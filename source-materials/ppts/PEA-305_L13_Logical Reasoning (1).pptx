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embeddedFontLst>
    <p:embeddedFont>
      <p:font typeface="Book Antiqua" panose="02040602050305030304" pitchFamily="18" charset="0"/>
      <p:regular r:id="rId27"/>
      <p:bold r:id="rId28"/>
      <p:italic r:id="rId29"/>
      <p:boldItalic r:id="rId30"/>
    </p:embeddedFont>
    <p:embeddedFont>
      <p:font typeface="Verdana" panose="020B0604030504040204" pitchFamily="3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ji2Ijr/Hkd2x0O2l9LUBIKT8YsC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BF00F4-DB29-4979-BD69-3AE01239DA25}">
  <a:tblStyle styleId="{86BF00F4-DB29-4979-BD69-3AE01239DA2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t>
            </a:r>
            <a:endParaRPr/>
          </a:p>
        </p:txBody>
      </p:sp>
      <p:sp>
        <p:nvSpPr>
          <p:cNvPr id="107" name="Google Shape;10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a:t>
            </a:r>
            <a:endParaRPr/>
          </a:p>
        </p:txBody>
      </p:sp>
      <p:sp>
        <p:nvSpPr>
          <p:cNvPr id="114" name="Google Shape;114;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a:t>
            </a:r>
            <a:endParaRPr/>
          </a:p>
        </p:txBody>
      </p:sp>
      <p:sp>
        <p:nvSpPr>
          <p:cNvPr id="120" name="Google Shape;120;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a:t>
            </a:r>
            <a:endParaRPr/>
          </a:p>
        </p:txBody>
      </p:sp>
      <p:sp>
        <p:nvSpPr>
          <p:cNvPr id="126" name="Google Shape;12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a:t>
            </a:r>
            <a:endParaRPr/>
          </a:p>
        </p:txBody>
      </p:sp>
      <p:sp>
        <p:nvSpPr>
          <p:cNvPr id="132" name="Google Shape;13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t>
            </a:r>
            <a:endParaRPr/>
          </a:p>
        </p:txBody>
      </p:sp>
      <p:sp>
        <p:nvSpPr>
          <p:cNvPr id="139" name="Google Shape;13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a:t>
            </a:r>
            <a:endParaRPr/>
          </a:p>
        </p:txBody>
      </p:sp>
      <p:sp>
        <p:nvSpPr>
          <p:cNvPr id="145" name="Google Shape;145;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t>
            </a:r>
            <a:endParaRPr/>
          </a:p>
        </p:txBody>
      </p:sp>
      <p:sp>
        <p:nvSpPr>
          <p:cNvPr id="151" name="Google Shape;15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a:t>
            </a:r>
            <a:endParaRPr/>
          </a:p>
        </p:txBody>
      </p:sp>
      <p:sp>
        <p:nvSpPr>
          <p:cNvPr id="157" name="Google Shape;15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a:t>
            </a:r>
            <a:endParaRPr/>
          </a:p>
        </p:txBody>
      </p:sp>
      <p:sp>
        <p:nvSpPr>
          <p:cNvPr id="163" name="Google Shape;163;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a:t>
            </a:r>
            <a:endParaRPr/>
          </a:p>
        </p:txBody>
      </p:sp>
      <p:sp>
        <p:nvSpPr>
          <p:cNvPr id="169" name="Google Shape;169;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a:t>
            </a:r>
            <a:endParaRPr/>
          </a:p>
        </p:txBody>
      </p:sp>
      <p:sp>
        <p:nvSpPr>
          <p:cNvPr id="175" name="Google Shape;175;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a:t>
            </a:r>
            <a:endParaRPr/>
          </a:p>
        </p:txBody>
      </p:sp>
      <p:sp>
        <p:nvSpPr>
          <p:cNvPr id="182" name="Google Shape;182;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a:t>
            </a:r>
            <a:endParaRPr/>
          </a:p>
        </p:txBody>
      </p:sp>
      <p:sp>
        <p:nvSpPr>
          <p:cNvPr id="188" name="Google Shape;18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B</a:t>
            </a:r>
            <a:endParaRPr dirty="0"/>
          </a:p>
        </p:txBody>
      </p:sp>
      <p:sp>
        <p:nvSpPr>
          <p:cNvPr id="194" name="Google Shape;194;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289cbf3d93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g3289cbf3d93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a:t>
            </a:r>
            <a:endParaRPr/>
          </a:p>
        </p:txBody>
      </p:sp>
      <p:sp>
        <p:nvSpPr>
          <p:cNvPr id="200" name="Google Shape;200;g3289cbf3d93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289cbf3d93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g3289cbf3d93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a:t>
            </a:r>
            <a:endParaRPr/>
          </a:p>
        </p:txBody>
      </p:sp>
      <p:sp>
        <p:nvSpPr>
          <p:cNvPr id="206" name="Google Shape;206;g3289cbf3d93_0_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289cbf3d93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g3289cbf3d93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a:t>
            </a:r>
            <a:endParaRPr dirty="0"/>
          </a:p>
        </p:txBody>
      </p:sp>
      <p:sp>
        <p:nvSpPr>
          <p:cNvPr id="212" name="Google Shape;212;g3289cbf3d93_0_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 name="Google Shape;217;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t>
            </a:r>
            <a:endParaRPr/>
          </a:p>
        </p:txBody>
      </p:sp>
      <p:sp>
        <p:nvSpPr>
          <p:cNvPr id="218" name="Google Shape;218;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t>
            </a:r>
            <a:endParaRPr/>
          </a:p>
        </p:txBody>
      </p:sp>
      <p:sp>
        <p:nvSpPr>
          <p:cNvPr id="224" name="Google Shape;224;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1"/>
        <p:cNvGrpSpPr/>
        <p:nvPr/>
      </p:nvGrpSpPr>
      <p:grpSpPr>
        <a:xfrm>
          <a:off x="0" y="0"/>
          <a:ext cx="0" cy="0"/>
          <a:chOff x="0" y="0"/>
          <a:chExt cx="0" cy="0"/>
        </a:xfrm>
      </p:grpSpPr>
      <p:sp>
        <p:nvSpPr>
          <p:cNvPr id="12" name="Google Shape;12;p38"/>
          <p:cNvSpPr txBox="1">
            <a:spLocks noGrp="1"/>
          </p:cNvSpPr>
          <p:nvPr>
            <p:ph type="title"/>
          </p:nvPr>
        </p:nvSpPr>
        <p:spPr>
          <a:xfrm>
            <a:off x="670560" y="4983480"/>
            <a:ext cx="10911840" cy="10515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13" name="Google Shape;13;p38"/>
          <p:cNvSpPr txBox="1">
            <a:spLocks noGrp="1"/>
          </p:cNvSpPr>
          <p:nvPr>
            <p:ph type="body" idx="1"/>
          </p:nvPr>
        </p:nvSpPr>
        <p:spPr>
          <a:xfrm>
            <a:off x="670560" y="530352"/>
            <a:ext cx="10911840" cy="4187952"/>
          </a:xfrm>
          <a:prstGeom prst="rect">
            <a:avLst/>
          </a:prstGeom>
          <a:noFill/>
          <a:ln>
            <a:noFill/>
          </a:ln>
        </p:spPr>
        <p:txBody>
          <a:bodyPr spcFirstLastPara="1" wrap="square" lIns="182875" tIns="91425" rIns="91425" bIns="45700" anchor="t" anchorCtr="0">
            <a:noAutofit/>
          </a:bodyPr>
          <a:lstStyle>
            <a:lvl1pPr marL="457200" lvl="0" indent="-320040" algn="l">
              <a:spcBef>
                <a:spcPts val="250"/>
              </a:spcBef>
              <a:spcAft>
                <a:spcPts val="0"/>
              </a:spcAft>
              <a:buSzPts val="1440"/>
              <a:buChar char="⚫"/>
              <a:defRPr/>
            </a:lvl1pPr>
            <a:lvl2pPr marL="914400" lvl="1" indent="-342900" algn="l">
              <a:spcBef>
                <a:spcPts val="250"/>
              </a:spcBef>
              <a:spcAft>
                <a:spcPts val="0"/>
              </a:spcAft>
              <a:buSzPts val="1800"/>
              <a:buChar char="◦"/>
              <a:defRPr/>
            </a:lvl2pPr>
            <a:lvl3pPr marL="1371600" lvl="2" indent="-342900" algn="l">
              <a:spcBef>
                <a:spcPts val="250"/>
              </a:spcBef>
              <a:spcAft>
                <a:spcPts val="0"/>
              </a:spcAft>
              <a:buSzPts val="1800"/>
              <a:buChar char="●"/>
              <a:defRPr/>
            </a:lvl3pPr>
            <a:lvl4pPr marL="1828800" lvl="3" indent="-356616" algn="l">
              <a:spcBef>
                <a:spcPts val="225"/>
              </a:spcBef>
              <a:spcAft>
                <a:spcPts val="0"/>
              </a:spcAft>
              <a:buSzPts val="2016"/>
              <a:buChar char="◦"/>
              <a:defRPr/>
            </a:lvl4pPr>
            <a:lvl5pPr marL="2286000" lvl="4" indent="-342900" algn="l">
              <a:spcBef>
                <a:spcPts val="250"/>
              </a:spcBef>
              <a:spcAft>
                <a:spcPts val="0"/>
              </a:spcAft>
              <a:buSzPts val="1800"/>
              <a:buChar char="●"/>
              <a:defRPr/>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14" name="Google Shape;14;p38"/>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15" name="Google Shape;15;p38"/>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16" name="Google Shape;16;p38"/>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64611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39"/>
          <p:cNvSpPr/>
          <p:nvPr/>
        </p:nvSpPr>
        <p:spPr>
          <a:xfrm>
            <a:off x="406401" y="328613"/>
            <a:ext cx="11377084" cy="6197600"/>
          </a:xfrm>
          <a:prstGeom prst="roundRect">
            <a:avLst>
              <a:gd name="adj" fmla="val 2081"/>
            </a:avLst>
          </a:prstGeom>
          <a:gradFill>
            <a:gsLst>
              <a:gs pos="0">
                <a:srgbClr val="FFFFFF"/>
              </a:gs>
              <a:gs pos="98000">
                <a:srgbClr val="FFFFFF"/>
              </a:gs>
              <a:gs pos="99055">
                <a:srgbClr val="F6F6F6"/>
              </a:gs>
              <a:gs pos="100000">
                <a:srgbClr val="D8D8D8"/>
              </a:gs>
            </a:gsLst>
            <a:lin ang="5400000" scaled="0"/>
          </a:gradFill>
          <a:ln w="9525" cap="rnd" cmpd="sng">
            <a:solidFill>
              <a:srgbClr val="A2A0A0"/>
            </a:solidFill>
            <a:prstDash val="solid"/>
            <a:round/>
            <a:headEnd type="none" w="sm" len="sm"/>
            <a:tailEnd type="none" w="sm" len="sm"/>
          </a:ln>
          <a:effectLst>
            <a:outerShdw blurRad="76200" dist="50800" dir="54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19" name="Google Shape;19;p39"/>
          <p:cNvSpPr txBox="1">
            <a:spLocks noGrp="1"/>
          </p:cNvSpPr>
          <p:nvPr>
            <p:ph type="ctrTitle"/>
          </p:nvPr>
        </p:nvSpPr>
        <p:spPr>
          <a:xfrm>
            <a:off x="963168" y="1820206"/>
            <a:ext cx="10363200" cy="1828800"/>
          </a:xfrm>
          <a:prstGeom prst="rect">
            <a:avLst/>
          </a:prstGeom>
          <a:noFill/>
          <a:ln>
            <a:noFill/>
          </a:ln>
        </p:spPr>
        <p:txBody>
          <a:bodyPr spcFirstLastPara="1" wrap="square" lIns="45700" tIns="45700" rIns="45700" bIns="45700" anchor="b" anchorCtr="0">
            <a:normAutofit/>
          </a:bodyPr>
          <a:lstStyle>
            <a:lvl1pPr lvl="0" algn="r">
              <a:spcBef>
                <a:spcPts val="0"/>
              </a:spcBef>
              <a:spcAft>
                <a:spcPts val="0"/>
              </a:spcAft>
              <a:buSzPts val="1400"/>
              <a:buNone/>
              <a:defRPr sz="4500" b="1">
                <a:solidFill>
                  <a:srgbClr val="6393D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20" name="Google Shape;20;p39"/>
          <p:cNvSpPr txBox="1">
            <a:spLocks noGrp="1"/>
          </p:cNvSpPr>
          <p:nvPr>
            <p:ph type="subTitle" idx="1"/>
          </p:nvPr>
        </p:nvSpPr>
        <p:spPr>
          <a:xfrm>
            <a:off x="963168" y="3685032"/>
            <a:ext cx="10363200" cy="914400"/>
          </a:xfrm>
          <a:prstGeom prst="rect">
            <a:avLst/>
          </a:prstGeom>
          <a:noFill/>
          <a:ln>
            <a:noFill/>
          </a:ln>
        </p:spPr>
        <p:txBody>
          <a:bodyPr spcFirstLastPara="1" wrap="square" lIns="182875" tIns="0" rIns="91425" bIns="45700" anchor="t" anchorCtr="0">
            <a:noAutofit/>
          </a:bodyPr>
          <a:lstStyle>
            <a:lvl1pPr lvl="0" algn="r">
              <a:spcBef>
                <a:spcPts val="0"/>
              </a:spcBef>
              <a:spcAft>
                <a:spcPts val="0"/>
              </a:spcAft>
              <a:buSzPts val="1600"/>
              <a:buNone/>
              <a:defRPr sz="2000">
                <a:solidFill>
                  <a:srgbClr val="102642"/>
                </a:solidFill>
              </a:defRPr>
            </a:lvl1pPr>
            <a:lvl2pPr lvl="1" algn="ctr">
              <a:spcBef>
                <a:spcPts val="250"/>
              </a:spcBef>
              <a:spcAft>
                <a:spcPts val="0"/>
              </a:spcAft>
              <a:buSzPts val="1800"/>
              <a:buNone/>
              <a:defRPr/>
            </a:lvl2pPr>
            <a:lvl3pPr lvl="2" algn="ctr">
              <a:spcBef>
                <a:spcPts val="250"/>
              </a:spcBef>
              <a:spcAft>
                <a:spcPts val="0"/>
              </a:spcAft>
              <a:buSzPts val="1800"/>
              <a:buNone/>
              <a:defRPr/>
            </a:lvl3pPr>
            <a:lvl4pPr lvl="3" algn="ctr">
              <a:spcBef>
                <a:spcPts val="225"/>
              </a:spcBef>
              <a:spcAft>
                <a:spcPts val="0"/>
              </a:spcAft>
              <a:buSzPts val="2016"/>
              <a:buNone/>
              <a:defRPr/>
            </a:lvl4pPr>
            <a:lvl5pPr lvl="4" algn="ctr">
              <a:spcBef>
                <a:spcPts val="250"/>
              </a:spcBef>
              <a:spcAft>
                <a:spcPts val="0"/>
              </a:spcAft>
              <a:buSzPts val="1800"/>
              <a:buNone/>
              <a:defRPr/>
            </a:lvl5pPr>
            <a:lvl6pPr lvl="5" algn="ctr">
              <a:spcBef>
                <a:spcPts val="250"/>
              </a:spcBef>
              <a:spcAft>
                <a:spcPts val="0"/>
              </a:spcAft>
              <a:buSzPts val="1800"/>
              <a:buNone/>
              <a:defRPr/>
            </a:lvl6pPr>
            <a:lvl7pPr lvl="6" algn="ctr">
              <a:spcBef>
                <a:spcPts val="255"/>
              </a:spcBef>
              <a:spcAft>
                <a:spcPts val="0"/>
              </a:spcAft>
              <a:buSzPts val="1800"/>
              <a:buNone/>
              <a:defRPr/>
            </a:lvl7pPr>
            <a:lvl8pPr lvl="7" algn="ctr">
              <a:spcBef>
                <a:spcPts val="255"/>
              </a:spcBef>
              <a:spcAft>
                <a:spcPts val="0"/>
              </a:spcAft>
              <a:buSzPts val="1800"/>
              <a:buNone/>
              <a:defRPr/>
            </a:lvl8pPr>
            <a:lvl9pPr lvl="8" algn="ctr">
              <a:spcBef>
                <a:spcPts val="255"/>
              </a:spcBef>
              <a:spcAft>
                <a:spcPts val="0"/>
              </a:spcAft>
              <a:buSzPts val="1800"/>
              <a:buNone/>
              <a:defRPr/>
            </a:lvl9pPr>
          </a:lstStyle>
          <a:p>
            <a:r>
              <a:rPr lang="en-US"/>
              <a:t>Click to edit Master subtitle style</a:t>
            </a:r>
            <a:endParaRPr/>
          </a:p>
        </p:txBody>
      </p:sp>
      <p:sp>
        <p:nvSpPr>
          <p:cNvPr id="21" name="Google Shape;21;p39"/>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000"/>
              <a:buFont typeface="Verdana"/>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22" name="Google Shape;22;p39"/>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000"/>
              <a:buFont typeface="Verdana"/>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23" name="Google Shape;23;p39"/>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1pPr>
            <a:lvl2pPr marL="0" lvl="1"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2pPr>
            <a:lvl3pPr marL="0" lvl="2"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3pPr>
            <a:lvl4pPr marL="0" lvl="3"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4pPr>
            <a:lvl5pPr marL="0" lvl="4"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5pPr>
            <a:lvl6pPr marL="0" lvl="5"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6pPr>
            <a:lvl7pPr marL="0" lvl="6"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7pPr>
            <a:lvl8pPr marL="0" lvl="7"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8pPr>
            <a:lvl9pPr marL="0" lvl="8"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73183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4"/>
        <p:cNvGrpSpPr/>
        <p:nvPr/>
      </p:nvGrpSpPr>
      <p:grpSpPr>
        <a:xfrm>
          <a:off x="0" y="0"/>
          <a:ext cx="0" cy="0"/>
          <a:chOff x="0" y="0"/>
          <a:chExt cx="0" cy="0"/>
        </a:xfrm>
      </p:grpSpPr>
      <p:sp>
        <p:nvSpPr>
          <p:cNvPr id="25" name="Google Shape;25;p40"/>
          <p:cNvSpPr txBox="1">
            <a:spLocks noGrp="1"/>
          </p:cNvSpPr>
          <p:nvPr>
            <p:ph type="title"/>
          </p:nvPr>
        </p:nvSpPr>
        <p:spPr>
          <a:xfrm>
            <a:off x="624459" y="4928616"/>
            <a:ext cx="10911840" cy="676656"/>
          </a:xfrm>
          <a:prstGeom prst="rect">
            <a:avLst/>
          </a:prstGeom>
          <a:noFill/>
          <a:ln>
            <a:noFill/>
          </a:ln>
        </p:spPr>
        <p:txBody>
          <a:bodyPr spcFirstLastPara="1" wrap="square" lIns="91425" tIns="45700" rIns="91425" bIns="0" anchor="b" anchorCtr="0">
            <a:normAutofit/>
          </a:bodyPr>
          <a:lstStyle>
            <a:lvl1pPr lvl="0" algn="l">
              <a:spcBef>
                <a:spcPts val="0"/>
              </a:spcBef>
              <a:spcAft>
                <a:spcPts val="0"/>
              </a:spcAft>
              <a:buClr>
                <a:srgbClr val="102642"/>
              </a:buClr>
              <a:buSzPts val="3600"/>
              <a:buFont typeface="Verdana"/>
              <a:buNone/>
              <a:defRPr sz="3600" b="0" cap="none">
                <a:solidFill>
                  <a:srgbClr val="10264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26" name="Google Shape;26;p40"/>
          <p:cNvSpPr txBox="1">
            <a:spLocks noGrp="1"/>
          </p:cNvSpPr>
          <p:nvPr>
            <p:ph type="body" idx="1"/>
          </p:nvPr>
        </p:nvSpPr>
        <p:spPr>
          <a:xfrm>
            <a:off x="624459" y="5624484"/>
            <a:ext cx="10911840" cy="420624"/>
          </a:xfrm>
          <a:prstGeom prst="rect">
            <a:avLst/>
          </a:prstGeom>
          <a:noFill/>
          <a:ln>
            <a:noFill/>
          </a:ln>
        </p:spPr>
        <p:txBody>
          <a:bodyPr spcFirstLastPara="1" wrap="square" lIns="118850" tIns="0" rIns="91425" bIns="45700" anchor="t" anchorCtr="0">
            <a:noAutofit/>
          </a:bodyPr>
          <a:lstStyle>
            <a:lvl1pPr marL="457200" marR="36830" lvl="0" indent="-228600" algn="l">
              <a:spcBef>
                <a:spcPts val="0"/>
              </a:spcBef>
              <a:spcAft>
                <a:spcPts val="0"/>
              </a:spcAft>
              <a:buSzPts val="1440"/>
              <a:buNone/>
              <a:defRPr sz="1800" b="0">
                <a:solidFill>
                  <a:srgbClr val="345D8D"/>
                </a:solidFill>
              </a:defRPr>
            </a:lvl1pPr>
            <a:lvl2pPr marL="914400" lvl="1" indent="-228600" algn="l">
              <a:spcBef>
                <a:spcPts val="250"/>
              </a:spcBef>
              <a:spcAft>
                <a:spcPts val="0"/>
              </a:spcAft>
              <a:buSzPts val="1800"/>
              <a:buNone/>
              <a:defRPr sz="1800">
                <a:solidFill>
                  <a:schemeClr val="lt1"/>
                </a:solidFill>
              </a:defRPr>
            </a:lvl2pPr>
            <a:lvl3pPr marL="1371600" lvl="2" indent="-228600" algn="l">
              <a:spcBef>
                <a:spcPts val="250"/>
              </a:spcBef>
              <a:spcAft>
                <a:spcPts val="0"/>
              </a:spcAft>
              <a:buSzPts val="1600"/>
              <a:buNone/>
              <a:defRPr sz="1600">
                <a:solidFill>
                  <a:schemeClr val="lt1"/>
                </a:solidFill>
              </a:defRPr>
            </a:lvl3pPr>
            <a:lvl4pPr marL="1828800" lvl="3" indent="-228600" algn="l">
              <a:spcBef>
                <a:spcPts val="225"/>
              </a:spcBef>
              <a:spcAft>
                <a:spcPts val="0"/>
              </a:spcAft>
              <a:buSzPts val="1568"/>
              <a:buNone/>
              <a:defRPr sz="1400">
                <a:solidFill>
                  <a:schemeClr val="lt1"/>
                </a:solidFill>
              </a:defRPr>
            </a:lvl4pPr>
            <a:lvl5pPr marL="2286000" lvl="4" indent="-228600" algn="l">
              <a:spcBef>
                <a:spcPts val="250"/>
              </a:spcBef>
              <a:spcAft>
                <a:spcPts val="0"/>
              </a:spcAft>
              <a:buSzPts val="1400"/>
              <a:buNone/>
              <a:defRPr sz="1400">
                <a:solidFill>
                  <a:schemeClr val="lt1"/>
                </a:solidFill>
              </a:defRPr>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27" name="Google Shape;27;p40"/>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28" name="Google Shape;28;p40"/>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29" name="Google Shape;29;p40"/>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14336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0"/>
        <p:cNvGrpSpPr/>
        <p:nvPr/>
      </p:nvGrpSpPr>
      <p:grpSpPr>
        <a:xfrm>
          <a:off x="0" y="0"/>
          <a:ext cx="0" cy="0"/>
          <a:chOff x="0" y="0"/>
          <a:chExt cx="0" cy="0"/>
        </a:xfrm>
      </p:grpSpPr>
      <p:sp>
        <p:nvSpPr>
          <p:cNvPr id="31" name="Google Shape;31;p41"/>
          <p:cNvSpPr txBox="1">
            <a:spLocks noGrp="1"/>
          </p:cNvSpPr>
          <p:nvPr>
            <p:ph type="title"/>
          </p:nvPr>
        </p:nvSpPr>
        <p:spPr>
          <a:xfrm>
            <a:off x="670985" y="4986339"/>
            <a:ext cx="10911417" cy="10509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32" name="Google Shape;32;p41"/>
          <p:cNvSpPr txBox="1">
            <a:spLocks noGrp="1"/>
          </p:cNvSpPr>
          <p:nvPr>
            <p:ph type="body" idx="1"/>
          </p:nvPr>
        </p:nvSpPr>
        <p:spPr>
          <a:xfrm>
            <a:off x="685803" y="530352"/>
            <a:ext cx="5242560" cy="4389120"/>
          </a:xfrm>
          <a:prstGeom prst="rect">
            <a:avLst/>
          </a:prstGeom>
          <a:noFill/>
          <a:ln>
            <a:noFill/>
          </a:ln>
        </p:spPr>
        <p:txBody>
          <a:bodyPr spcFirstLastPara="1" wrap="square" lIns="182875" tIns="91425" rIns="91425" bIns="45700" anchor="t" anchorCtr="0">
            <a:noAutofit/>
          </a:bodyPr>
          <a:lstStyle>
            <a:lvl1pPr marL="457200" lvl="0" indent="-360680" algn="l">
              <a:spcBef>
                <a:spcPts val="250"/>
              </a:spcBef>
              <a:spcAft>
                <a:spcPts val="0"/>
              </a:spcAft>
              <a:buSzPts val="2080"/>
              <a:buChar char="⚫"/>
              <a:defRPr sz="2600"/>
            </a:lvl1pPr>
            <a:lvl2pPr marL="914400" lvl="1" indent="-368300" algn="l">
              <a:spcBef>
                <a:spcPts val="250"/>
              </a:spcBef>
              <a:spcAft>
                <a:spcPts val="0"/>
              </a:spcAft>
              <a:buSzPts val="2200"/>
              <a:buChar char="◦"/>
              <a:defRPr sz="2200"/>
            </a:lvl2pPr>
            <a:lvl3pPr marL="1371600" lvl="2" indent="-355600" algn="l">
              <a:spcBef>
                <a:spcPts val="250"/>
              </a:spcBef>
              <a:spcAft>
                <a:spcPts val="0"/>
              </a:spcAft>
              <a:buSzPts val="2000"/>
              <a:buChar char="●"/>
              <a:defRPr sz="2000"/>
            </a:lvl3pPr>
            <a:lvl4pPr marL="1828800" lvl="3" indent="-356616" algn="l">
              <a:spcBef>
                <a:spcPts val="225"/>
              </a:spcBef>
              <a:spcAft>
                <a:spcPts val="0"/>
              </a:spcAft>
              <a:buSzPts val="2016"/>
              <a:buChar char="◦"/>
              <a:defRPr sz="1800"/>
            </a:lvl4pPr>
            <a:lvl5pPr marL="2286000" lvl="4" indent="-342900" algn="l">
              <a:spcBef>
                <a:spcPts val="250"/>
              </a:spcBef>
              <a:spcAft>
                <a:spcPts val="0"/>
              </a:spcAft>
              <a:buSzPts val="1800"/>
              <a:buChar char="●"/>
              <a:defRPr sz="1800"/>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33" name="Google Shape;33;p41"/>
          <p:cNvSpPr txBox="1">
            <a:spLocks noGrp="1"/>
          </p:cNvSpPr>
          <p:nvPr>
            <p:ph type="body" idx="2"/>
          </p:nvPr>
        </p:nvSpPr>
        <p:spPr>
          <a:xfrm>
            <a:off x="6340480" y="530352"/>
            <a:ext cx="5242560" cy="4389120"/>
          </a:xfrm>
          <a:prstGeom prst="rect">
            <a:avLst/>
          </a:prstGeom>
          <a:noFill/>
          <a:ln>
            <a:noFill/>
          </a:ln>
        </p:spPr>
        <p:txBody>
          <a:bodyPr spcFirstLastPara="1" wrap="square" lIns="182875" tIns="91425" rIns="91425" bIns="45700" anchor="t" anchorCtr="0">
            <a:noAutofit/>
          </a:bodyPr>
          <a:lstStyle>
            <a:lvl1pPr marL="457200" lvl="0" indent="-360680" algn="l">
              <a:spcBef>
                <a:spcPts val="250"/>
              </a:spcBef>
              <a:spcAft>
                <a:spcPts val="0"/>
              </a:spcAft>
              <a:buSzPts val="2080"/>
              <a:buChar char="⚫"/>
              <a:defRPr sz="2600"/>
            </a:lvl1pPr>
            <a:lvl2pPr marL="914400" lvl="1" indent="-368300" algn="l">
              <a:spcBef>
                <a:spcPts val="250"/>
              </a:spcBef>
              <a:spcAft>
                <a:spcPts val="0"/>
              </a:spcAft>
              <a:buSzPts val="2200"/>
              <a:buChar char="◦"/>
              <a:defRPr sz="2200"/>
            </a:lvl2pPr>
            <a:lvl3pPr marL="1371600" lvl="2" indent="-355600" algn="l">
              <a:spcBef>
                <a:spcPts val="250"/>
              </a:spcBef>
              <a:spcAft>
                <a:spcPts val="0"/>
              </a:spcAft>
              <a:buSzPts val="2000"/>
              <a:buChar char="●"/>
              <a:defRPr sz="2000"/>
            </a:lvl3pPr>
            <a:lvl4pPr marL="1828800" lvl="3" indent="-356616" algn="l">
              <a:spcBef>
                <a:spcPts val="225"/>
              </a:spcBef>
              <a:spcAft>
                <a:spcPts val="0"/>
              </a:spcAft>
              <a:buSzPts val="2016"/>
              <a:buChar char="◦"/>
              <a:defRPr sz="1800"/>
            </a:lvl4pPr>
            <a:lvl5pPr marL="2286000" lvl="4" indent="-342900" algn="l">
              <a:spcBef>
                <a:spcPts val="250"/>
              </a:spcBef>
              <a:spcAft>
                <a:spcPts val="0"/>
              </a:spcAft>
              <a:buSzPts val="1800"/>
              <a:buChar char="●"/>
              <a:defRPr sz="1800"/>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34" name="Google Shape;34;p41"/>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35" name="Google Shape;35;p41"/>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36" name="Google Shape;36;p41"/>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84916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37"/>
        <p:cNvGrpSpPr/>
        <p:nvPr/>
      </p:nvGrpSpPr>
      <p:grpSpPr>
        <a:xfrm>
          <a:off x="0" y="0"/>
          <a:ext cx="0" cy="0"/>
          <a:chOff x="0" y="0"/>
          <a:chExt cx="0" cy="0"/>
        </a:xfrm>
      </p:grpSpPr>
      <p:sp>
        <p:nvSpPr>
          <p:cNvPr id="38" name="Google Shape;38;p42"/>
          <p:cNvSpPr txBox="1">
            <a:spLocks noGrp="1"/>
          </p:cNvSpPr>
          <p:nvPr>
            <p:ph type="title"/>
          </p:nvPr>
        </p:nvSpPr>
        <p:spPr>
          <a:xfrm>
            <a:off x="670560" y="4983480"/>
            <a:ext cx="10911840" cy="10515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39" name="Google Shape;39;p42"/>
          <p:cNvSpPr txBox="1">
            <a:spLocks noGrp="1"/>
          </p:cNvSpPr>
          <p:nvPr>
            <p:ph type="body" idx="1"/>
          </p:nvPr>
        </p:nvSpPr>
        <p:spPr>
          <a:xfrm>
            <a:off x="809632" y="579438"/>
            <a:ext cx="5242560" cy="792162"/>
          </a:xfrm>
          <a:prstGeom prst="rect">
            <a:avLst/>
          </a:prstGeom>
          <a:noFill/>
          <a:ln>
            <a:noFill/>
          </a:ln>
        </p:spPr>
        <p:txBody>
          <a:bodyPr spcFirstLastPara="1" wrap="square" lIns="146300" tIns="91425" rIns="91425" bIns="45700" anchor="ctr" anchorCtr="0">
            <a:noAutofit/>
          </a:bodyPr>
          <a:lstStyle>
            <a:lvl1pPr marL="457200" lvl="0" indent="-228600" algn="l">
              <a:spcBef>
                <a:spcPts val="250"/>
              </a:spcBef>
              <a:spcAft>
                <a:spcPts val="0"/>
              </a:spcAft>
              <a:buSzPts val="1920"/>
              <a:buNone/>
              <a:defRPr sz="2400" b="1">
                <a:solidFill>
                  <a:schemeClr val="lt1"/>
                </a:solidFill>
              </a:defRPr>
            </a:lvl1pPr>
            <a:lvl2pPr marL="914400" lvl="1" indent="-228600" algn="l">
              <a:spcBef>
                <a:spcPts val="250"/>
              </a:spcBef>
              <a:spcAft>
                <a:spcPts val="0"/>
              </a:spcAft>
              <a:buSzPts val="2000"/>
              <a:buNone/>
              <a:defRPr sz="2000" b="1"/>
            </a:lvl2pPr>
            <a:lvl3pPr marL="1371600" lvl="2" indent="-228600" algn="l">
              <a:spcBef>
                <a:spcPts val="250"/>
              </a:spcBef>
              <a:spcAft>
                <a:spcPts val="0"/>
              </a:spcAft>
              <a:buSzPts val="1800"/>
              <a:buNone/>
              <a:defRPr sz="1800" b="1"/>
            </a:lvl3pPr>
            <a:lvl4pPr marL="1828800" lvl="3" indent="-228600" algn="l">
              <a:spcBef>
                <a:spcPts val="225"/>
              </a:spcBef>
              <a:spcAft>
                <a:spcPts val="0"/>
              </a:spcAft>
              <a:buSzPts val="1792"/>
              <a:buNone/>
              <a:defRPr sz="1600" b="1"/>
            </a:lvl4pPr>
            <a:lvl5pPr marL="2286000" lvl="4" indent="-228600" algn="l">
              <a:spcBef>
                <a:spcPts val="250"/>
              </a:spcBef>
              <a:spcAft>
                <a:spcPts val="0"/>
              </a:spcAft>
              <a:buSzPts val="1600"/>
              <a:buNone/>
              <a:defRPr sz="1600" b="1"/>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40" name="Google Shape;40;p42"/>
          <p:cNvSpPr txBox="1">
            <a:spLocks noGrp="1"/>
          </p:cNvSpPr>
          <p:nvPr>
            <p:ph type="body" idx="2"/>
          </p:nvPr>
        </p:nvSpPr>
        <p:spPr>
          <a:xfrm>
            <a:off x="6202892" y="579438"/>
            <a:ext cx="5242560" cy="792162"/>
          </a:xfrm>
          <a:prstGeom prst="rect">
            <a:avLst/>
          </a:prstGeom>
          <a:noFill/>
          <a:ln>
            <a:noFill/>
          </a:ln>
        </p:spPr>
        <p:txBody>
          <a:bodyPr spcFirstLastPara="1" wrap="square" lIns="137150" tIns="91425" rIns="91425" bIns="45700" anchor="ctr" anchorCtr="0">
            <a:noAutofit/>
          </a:bodyPr>
          <a:lstStyle>
            <a:lvl1pPr marL="457200" lvl="0" indent="-228600" algn="l">
              <a:spcBef>
                <a:spcPts val="250"/>
              </a:spcBef>
              <a:spcAft>
                <a:spcPts val="0"/>
              </a:spcAft>
              <a:buSzPts val="1920"/>
              <a:buNone/>
              <a:defRPr sz="2400" b="1">
                <a:solidFill>
                  <a:schemeClr val="lt1"/>
                </a:solidFill>
              </a:defRPr>
            </a:lvl1pPr>
            <a:lvl2pPr marL="914400" lvl="1" indent="-228600" algn="l">
              <a:spcBef>
                <a:spcPts val="250"/>
              </a:spcBef>
              <a:spcAft>
                <a:spcPts val="0"/>
              </a:spcAft>
              <a:buSzPts val="2000"/>
              <a:buNone/>
              <a:defRPr sz="2000" b="1"/>
            </a:lvl2pPr>
            <a:lvl3pPr marL="1371600" lvl="2" indent="-228600" algn="l">
              <a:spcBef>
                <a:spcPts val="250"/>
              </a:spcBef>
              <a:spcAft>
                <a:spcPts val="0"/>
              </a:spcAft>
              <a:buSzPts val="1800"/>
              <a:buNone/>
              <a:defRPr sz="1800" b="1"/>
            </a:lvl3pPr>
            <a:lvl4pPr marL="1828800" lvl="3" indent="-228600" algn="l">
              <a:spcBef>
                <a:spcPts val="225"/>
              </a:spcBef>
              <a:spcAft>
                <a:spcPts val="0"/>
              </a:spcAft>
              <a:buSzPts val="1792"/>
              <a:buNone/>
              <a:defRPr sz="1600" b="1"/>
            </a:lvl4pPr>
            <a:lvl5pPr marL="2286000" lvl="4" indent="-228600" algn="l">
              <a:spcBef>
                <a:spcPts val="250"/>
              </a:spcBef>
              <a:spcAft>
                <a:spcPts val="0"/>
              </a:spcAft>
              <a:buSzPts val="1600"/>
              <a:buNone/>
              <a:defRPr sz="1600" b="1"/>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41" name="Google Shape;41;p42"/>
          <p:cNvSpPr txBox="1">
            <a:spLocks noGrp="1"/>
          </p:cNvSpPr>
          <p:nvPr>
            <p:ph type="body" idx="3"/>
          </p:nvPr>
        </p:nvSpPr>
        <p:spPr>
          <a:xfrm>
            <a:off x="809632" y="1447800"/>
            <a:ext cx="5242560" cy="3489960"/>
          </a:xfrm>
          <a:prstGeom prst="rect">
            <a:avLst/>
          </a:prstGeom>
          <a:noFill/>
          <a:ln>
            <a:noFill/>
          </a:ln>
        </p:spPr>
        <p:txBody>
          <a:bodyPr spcFirstLastPara="1" wrap="square" lIns="182875" tIns="91425" rIns="91425" bIns="45700" anchor="t" anchorCtr="0">
            <a:noAutofit/>
          </a:bodyPr>
          <a:lstStyle>
            <a:lvl1pPr marL="457200" lvl="0" indent="-350520" algn="l">
              <a:spcBef>
                <a:spcPts val="250"/>
              </a:spcBef>
              <a:spcAft>
                <a:spcPts val="0"/>
              </a:spcAft>
              <a:buSzPts val="1920"/>
              <a:buChar char="⚫"/>
              <a:defRPr sz="2400"/>
            </a:lvl1pPr>
            <a:lvl2pPr marL="914400" lvl="1" indent="-355600" algn="l">
              <a:spcBef>
                <a:spcPts val="250"/>
              </a:spcBef>
              <a:spcAft>
                <a:spcPts val="0"/>
              </a:spcAft>
              <a:buSzPts val="2000"/>
              <a:buChar char="◦"/>
              <a:defRPr sz="2000"/>
            </a:lvl2pPr>
            <a:lvl3pPr marL="1371600" lvl="2" indent="-342900" algn="l">
              <a:spcBef>
                <a:spcPts val="250"/>
              </a:spcBef>
              <a:spcAft>
                <a:spcPts val="0"/>
              </a:spcAft>
              <a:buSzPts val="1800"/>
              <a:buChar char="●"/>
              <a:defRPr sz="1800"/>
            </a:lvl3pPr>
            <a:lvl4pPr marL="1828800" lvl="3" indent="-342392" algn="l">
              <a:spcBef>
                <a:spcPts val="225"/>
              </a:spcBef>
              <a:spcAft>
                <a:spcPts val="0"/>
              </a:spcAft>
              <a:buSzPts val="1792"/>
              <a:buChar char="◦"/>
              <a:defRPr sz="1600"/>
            </a:lvl4pPr>
            <a:lvl5pPr marL="2286000" lvl="4" indent="-330200" algn="l">
              <a:spcBef>
                <a:spcPts val="250"/>
              </a:spcBef>
              <a:spcAft>
                <a:spcPts val="0"/>
              </a:spcAft>
              <a:buSzPts val="1600"/>
              <a:buChar char="●"/>
              <a:defRPr sz="1600"/>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42" name="Google Shape;42;p42"/>
          <p:cNvSpPr txBox="1">
            <a:spLocks noGrp="1"/>
          </p:cNvSpPr>
          <p:nvPr>
            <p:ph type="body" idx="4"/>
          </p:nvPr>
        </p:nvSpPr>
        <p:spPr>
          <a:xfrm>
            <a:off x="6202892" y="1447800"/>
            <a:ext cx="5242560" cy="3489960"/>
          </a:xfrm>
          <a:prstGeom prst="rect">
            <a:avLst/>
          </a:prstGeom>
          <a:noFill/>
          <a:ln>
            <a:noFill/>
          </a:ln>
        </p:spPr>
        <p:txBody>
          <a:bodyPr spcFirstLastPara="1" wrap="square" lIns="182875" tIns="91425" rIns="91425" bIns="45700" anchor="t" anchorCtr="0">
            <a:noAutofit/>
          </a:bodyPr>
          <a:lstStyle>
            <a:lvl1pPr marL="457200" lvl="0" indent="-350520" algn="l">
              <a:spcBef>
                <a:spcPts val="250"/>
              </a:spcBef>
              <a:spcAft>
                <a:spcPts val="0"/>
              </a:spcAft>
              <a:buSzPts val="1920"/>
              <a:buChar char="⚫"/>
              <a:defRPr sz="2400"/>
            </a:lvl1pPr>
            <a:lvl2pPr marL="914400" lvl="1" indent="-355600" algn="l">
              <a:spcBef>
                <a:spcPts val="250"/>
              </a:spcBef>
              <a:spcAft>
                <a:spcPts val="0"/>
              </a:spcAft>
              <a:buSzPts val="2000"/>
              <a:buChar char="◦"/>
              <a:defRPr sz="2000"/>
            </a:lvl2pPr>
            <a:lvl3pPr marL="1371600" lvl="2" indent="-342900" algn="l">
              <a:spcBef>
                <a:spcPts val="250"/>
              </a:spcBef>
              <a:spcAft>
                <a:spcPts val="0"/>
              </a:spcAft>
              <a:buSzPts val="1800"/>
              <a:buChar char="●"/>
              <a:defRPr sz="1800"/>
            </a:lvl3pPr>
            <a:lvl4pPr marL="1828800" lvl="3" indent="-342392" algn="l">
              <a:spcBef>
                <a:spcPts val="225"/>
              </a:spcBef>
              <a:spcAft>
                <a:spcPts val="0"/>
              </a:spcAft>
              <a:buSzPts val="1792"/>
              <a:buChar char="◦"/>
              <a:defRPr sz="1600"/>
            </a:lvl4pPr>
            <a:lvl5pPr marL="2286000" lvl="4" indent="-330200" algn="l">
              <a:spcBef>
                <a:spcPts val="250"/>
              </a:spcBef>
              <a:spcAft>
                <a:spcPts val="0"/>
              </a:spcAft>
              <a:buSzPts val="1600"/>
              <a:buChar char="●"/>
              <a:defRPr sz="1600"/>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43" name="Google Shape;43;p42"/>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44" name="Google Shape;44;p42"/>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45" name="Google Shape;45;p42"/>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79771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6"/>
        <p:cNvGrpSpPr/>
        <p:nvPr/>
      </p:nvGrpSpPr>
      <p:grpSpPr>
        <a:xfrm>
          <a:off x="0" y="0"/>
          <a:ext cx="0" cy="0"/>
          <a:chOff x="0" y="0"/>
          <a:chExt cx="0" cy="0"/>
        </a:xfrm>
      </p:grpSpPr>
      <p:sp>
        <p:nvSpPr>
          <p:cNvPr id="47" name="Google Shape;47;p43"/>
          <p:cNvSpPr txBox="1">
            <a:spLocks noGrp="1"/>
          </p:cNvSpPr>
          <p:nvPr>
            <p:ph type="title"/>
          </p:nvPr>
        </p:nvSpPr>
        <p:spPr>
          <a:xfrm>
            <a:off x="670985" y="4986339"/>
            <a:ext cx="10911417" cy="10509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48" name="Google Shape;48;p43"/>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49" name="Google Shape;49;p43"/>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50" name="Google Shape;50;p43"/>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98766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51"/>
        <p:cNvGrpSpPr/>
        <p:nvPr/>
      </p:nvGrpSpPr>
      <p:grpSpPr>
        <a:xfrm>
          <a:off x="0" y="0"/>
          <a:ext cx="0" cy="0"/>
          <a:chOff x="0" y="0"/>
          <a:chExt cx="0" cy="0"/>
        </a:xfrm>
      </p:grpSpPr>
      <p:sp>
        <p:nvSpPr>
          <p:cNvPr id="52" name="Google Shape;52;p44"/>
          <p:cNvSpPr/>
          <p:nvPr/>
        </p:nvSpPr>
        <p:spPr>
          <a:xfrm>
            <a:off x="406401" y="328613"/>
            <a:ext cx="11377084" cy="6197600"/>
          </a:xfrm>
          <a:prstGeom prst="roundRect">
            <a:avLst>
              <a:gd name="adj" fmla="val 2081"/>
            </a:avLst>
          </a:prstGeom>
          <a:gradFill>
            <a:gsLst>
              <a:gs pos="0">
                <a:srgbClr val="FFFFFF"/>
              </a:gs>
              <a:gs pos="98000">
                <a:srgbClr val="FFFFFF"/>
              </a:gs>
              <a:gs pos="99055">
                <a:srgbClr val="F6F6F6"/>
              </a:gs>
              <a:gs pos="100000">
                <a:srgbClr val="D8D8D8"/>
              </a:gs>
            </a:gsLst>
            <a:lin ang="5400000" scaled="0"/>
          </a:gradFill>
          <a:ln w="9525" cap="rnd" cmpd="sng">
            <a:solidFill>
              <a:srgbClr val="A2A0A0"/>
            </a:solidFill>
            <a:prstDash val="solid"/>
            <a:round/>
            <a:headEnd type="none" w="sm" len="sm"/>
            <a:tailEnd type="none" w="sm" len="sm"/>
          </a:ln>
          <a:effectLst>
            <a:outerShdw blurRad="76200" dist="50800" dir="54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53" name="Google Shape;53;p44"/>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000"/>
              <a:buFont typeface="Verdana"/>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54" name="Google Shape;54;p44"/>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000"/>
              <a:buFont typeface="Verdana"/>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55" name="Google Shape;55;p44"/>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1pPr>
            <a:lvl2pPr marL="0" lvl="1"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2pPr>
            <a:lvl3pPr marL="0" lvl="2"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3pPr>
            <a:lvl4pPr marL="0" lvl="3"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4pPr>
            <a:lvl5pPr marL="0" lvl="4"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5pPr>
            <a:lvl6pPr marL="0" lvl="5"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6pPr>
            <a:lvl7pPr marL="0" lvl="6"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7pPr>
            <a:lvl8pPr marL="0" lvl="7"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8pPr>
            <a:lvl9pPr marL="0" lvl="8"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6691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6"/>
        <p:cNvGrpSpPr/>
        <p:nvPr/>
      </p:nvGrpSpPr>
      <p:grpSpPr>
        <a:xfrm>
          <a:off x="0" y="0"/>
          <a:ext cx="0" cy="0"/>
          <a:chOff x="0" y="0"/>
          <a:chExt cx="0" cy="0"/>
        </a:xfrm>
      </p:grpSpPr>
      <p:sp>
        <p:nvSpPr>
          <p:cNvPr id="57" name="Google Shape;57;p45"/>
          <p:cNvSpPr txBox="1">
            <a:spLocks noGrp="1"/>
          </p:cNvSpPr>
          <p:nvPr>
            <p:ph type="title"/>
          </p:nvPr>
        </p:nvSpPr>
        <p:spPr>
          <a:xfrm>
            <a:off x="7385045" y="533400"/>
            <a:ext cx="3962400" cy="914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200"/>
              <a:buFont typeface="Verdana"/>
              <a:buNone/>
              <a:defRPr sz="2200" b="1">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58" name="Google Shape;58;p45"/>
          <p:cNvSpPr txBox="1">
            <a:spLocks noGrp="1"/>
          </p:cNvSpPr>
          <p:nvPr>
            <p:ph type="body" idx="1"/>
          </p:nvPr>
        </p:nvSpPr>
        <p:spPr>
          <a:xfrm>
            <a:off x="7385129" y="1447802"/>
            <a:ext cx="3962400" cy="4206112"/>
          </a:xfrm>
          <a:prstGeom prst="rect">
            <a:avLst/>
          </a:prstGeom>
          <a:noFill/>
          <a:ln>
            <a:noFill/>
          </a:ln>
        </p:spPr>
        <p:txBody>
          <a:bodyPr spcFirstLastPara="1" wrap="square" lIns="91425" tIns="91425" rIns="91425" bIns="45700" anchor="t" anchorCtr="0">
            <a:noAutofit/>
          </a:bodyPr>
          <a:lstStyle>
            <a:lvl1pPr marL="457200" marR="18415" lvl="0" indent="-228600" algn="l">
              <a:spcBef>
                <a:spcPts val="0"/>
              </a:spcBef>
              <a:spcAft>
                <a:spcPts val="0"/>
              </a:spcAft>
              <a:buSzPts val="1120"/>
              <a:buNone/>
              <a:defRPr sz="1400">
                <a:solidFill>
                  <a:schemeClr val="lt1"/>
                </a:solidFill>
              </a:defRPr>
            </a:lvl1pPr>
            <a:lvl2pPr marL="914400" lvl="1" indent="-228600" algn="l">
              <a:spcBef>
                <a:spcPts val="250"/>
              </a:spcBef>
              <a:spcAft>
                <a:spcPts val="0"/>
              </a:spcAft>
              <a:buSzPts val="1200"/>
              <a:buNone/>
              <a:defRPr sz="1200">
                <a:solidFill>
                  <a:schemeClr val="lt1"/>
                </a:solidFill>
              </a:defRPr>
            </a:lvl2pPr>
            <a:lvl3pPr marL="1371600" lvl="2" indent="-228600" algn="l">
              <a:spcBef>
                <a:spcPts val="250"/>
              </a:spcBef>
              <a:spcAft>
                <a:spcPts val="0"/>
              </a:spcAft>
              <a:buSzPts val="1000"/>
              <a:buNone/>
              <a:defRPr sz="1000">
                <a:solidFill>
                  <a:schemeClr val="lt1"/>
                </a:solidFill>
              </a:defRPr>
            </a:lvl3pPr>
            <a:lvl4pPr marL="1828800" lvl="3" indent="-228600" algn="l">
              <a:spcBef>
                <a:spcPts val="225"/>
              </a:spcBef>
              <a:spcAft>
                <a:spcPts val="0"/>
              </a:spcAft>
              <a:buSzPts val="1008"/>
              <a:buNone/>
              <a:defRPr sz="900">
                <a:solidFill>
                  <a:schemeClr val="lt1"/>
                </a:solidFill>
              </a:defRPr>
            </a:lvl4pPr>
            <a:lvl5pPr marL="2286000" lvl="4" indent="-228600" algn="l">
              <a:spcBef>
                <a:spcPts val="250"/>
              </a:spcBef>
              <a:spcAft>
                <a:spcPts val="0"/>
              </a:spcAft>
              <a:buSzPts val="900"/>
              <a:buNone/>
              <a:defRPr sz="900">
                <a:solidFill>
                  <a:schemeClr val="lt1"/>
                </a:solidFill>
              </a:defRPr>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59" name="Google Shape;59;p45"/>
          <p:cNvSpPr txBox="1">
            <a:spLocks noGrp="1"/>
          </p:cNvSpPr>
          <p:nvPr>
            <p:ph type="body" idx="2"/>
          </p:nvPr>
        </p:nvSpPr>
        <p:spPr>
          <a:xfrm>
            <a:off x="1015163" y="930144"/>
            <a:ext cx="6168212" cy="4724402"/>
          </a:xfrm>
          <a:prstGeom prst="rect">
            <a:avLst/>
          </a:prstGeom>
          <a:noFill/>
          <a:ln>
            <a:noFill/>
          </a:ln>
        </p:spPr>
        <p:txBody>
          <a:bodyPr spcFirstLastPara="1" wrap="square" lIns="182875" tIns="91425" rIns="91425" bIns="45700" anchor="t" anchorCtr="0">
            <a:noAutofit/>
          </a:bodyPr>
          <a:lstStyle>
            <a:lvl1pPr marL="457200" lvl="0" indent="-370840" algn="l">
              <a:spcBef>
                <a:spcPts val="250"/>
              </a:spcBef>
              <a:spcAft>
                <a:spcPts val="0"/>
              </a:spcAft>
              <a:buSzPts val="2240"/>
              <a:buChar char="⚫"/>
              <a:defRPr sz="2800">
                <a:solidFill>
                  <a:schemeClr val="lt1"/>
                </a:solidFill>
              </a:defRPr>
            </a:lvl1pPr>
            <a:lvl2pPr marL="914400" lvl="1" indent="-393700" algn="l">
              <a:spcBef>
                <a:spcPts val="250"/>
              </a:spcBef>
              <a:spcAft>
                <a:spcPts val="0"/>
              </a:spcAft>
              <a:buSzPts val="2600"/>
              <a:buChar char="◦"/>
              <a:defRPr sz="2600">
                <a:solidFill>
                  <a:schemeClr val="lt1"/>
                </a:solidFill>
              </a:defRPr>
            </a:lvl2pPr>
            <a:lvl3pPr marL="1371600" lvl="2" indent="-381000" algn="l">
              <a:spcBef>
                <a:spcPts val="250"/>
              </a:spcBef>
              <a:spcAft>
                <a:spcPts val="0"/>
              </a:spcAft>
              <a:buSzPts val="2400"/>
              <a:buChar char="●"/>
              <a:defRPr sz="2400">
                <a:solidFill>
                  <a:schemeClr val="lt1"/>
                </a:solidFill>
              </a:defRPr>
            </a:lvl3pPr>
            <a:lvl4pPr marL="1828800" lvl="3" indent="-370839" algn="l">
              <a:spcBef>
                <a:spcPts val="225"/>
              </a:spcBef>
              <a:spcAft>
                <a:spcPts val="0"/>
              </a:spcAft>
              <a:buSzPts val="2240"/>
              <a:buChar char="◦"/>
              <a:defRPr sz="2000">
                <a:solidFill>
                  <a:schemeClr val="lt1"/>
                </a:solidFill>
              </a:defRPr>
            </a:lvl4pPr>
            <a:lvl5pPr marL="2286000" lvl="4" indent="-355600" algn="l">
              <a:spcBef>
                <a:spcPts val="250"/>
              </a:spcBef>
              <a:spcAft>
                <a:spcPts val="0"/>
              </a:spcAft>
              <a:buSzPts val="2000"/>
              <a:buChar char="●"/>
              <a:defRPr sz="2000">
                <a:solidFill>
                  <a:schemeClr val="lt1"/>
                </a:solidFill>
              </a:defRPr>
            </a:lvl5pPr>
            <a:lvl6pPr marL="2743200" lvl="5" indent="-228600" algn="l">
              <a:spcBef>
                <a:spcPts val="250"/>
              </a:spcBef>
              <a:spcAft>
                <a:spcPts val="0"/>
              </a:spcAft>
              <a:buSzPts val="1700"/>
              <a:buNone/>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60" name="Google Shape;60;p45"/>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61" name="Google Shape;61;p45"/>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62" name="Google Shape;62;p45"/>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47932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46"/>
          <p:cNvSpPr/>
          <p:nvPr/>
        </p:nvSpPr>
        <p:spPr>
          <a:xfrm>
            <a:off x="406401" y="328613"/>
            <a:ext cx="11377084" cy="6197600"/>
          </a:xfrm>
          <a:prstGeom prst="roundRect">
            <a:avLst>
              <a:gd name="adj" fmla="val 2081"/>
            </a:avLst>
          </a:prstGeom>
          <a:gradFill>
            <a:gsLst>
              <a:gs pos="0">
                <a:srgbClr val="FFFFFF"/>
              </a:gs>
              <a:gs pos="98000">
                <a:srgbClr val="FFFFFF"/>
              </a:gs>
              <a:gs pos="99055">
                <a:srgbClr val="F6F6F6"/>
              </a:gs>
              <a:gs pos="100000">
                <a:srgbClr val="D8D8D8"/>
              </a:gs>
            </a:gsLst>
            <a:lin ang="5400000" scaled="0"/>
          </a:gradFill>
          <a:ln w="9525" cap="rnd" cmpd="sng">
            <a:solidFill>
              <a:srgbClr val="A2A0A0"/>
            </a:solidFill>
            <a:prstDash val="solid"/>
            <a:round/>
            <a:headEnd type="none" w="sm" len="sm"/>
            <a:tailEnd type="none" w="sm" len="sm"/>
          </a:ln>
          <a:effectLst>
            <a:outerShdw blurRad="76200" dist="50800" dir="54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65" name="Google Shape;65;p46"/>
          <p:cNvSpPr/>
          <p:nvPr/>
        </p:nvSpPr>
        <p:spPr>
          <a:xfrm>
            <a:off x="8534400" y="433388"/>
            <a:ext cx="3098800" cy="4343400"/>
          </a:xfrm>
          <a:prstGeom prst="round1Rect">
            <a:avLst>
              <a:gd name="adj" fmla="val 2748"/>
            </a:avLst>
          </a:prstGeom>
          <a:solidFill>
            <a:srgbClr val="1C1C1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66" name="Google Shape;66;p46"/>
          <p:cNvSpPr txBox="1">
            <a:spLocks noGrp="1"/>
          </p:cNvSpPr>
          <p:nvPr>
            <p:ph type="title"/>
          </p:nvPr>
        </p:nvSpPr>
        <p:spPr>
          <a:xfrm>
            <a:off x="609600" y="5012056"/>
            <a:ext cx="10972800" cy="105156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102642"/>
              </a:buClr>
              <a:buSzPts val="3600"/>
              <a:buFont typeface="Verdana"/>
              <a:buNone/>
              <a:defRPr sz="3600" b="0">
                <a:solidFill>
                  <a:srgbClr val="10264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67" name="Google Shape;67;p46"/>
          <p:cNvSpPr txBox="1">
            <a:spLocks noGrp="1"/>
          </p:cNvSpPr>
          <p:nvPr>
            <p:ph type="body" idx="1"/>
          </p:nvPr>
        </p:nvSpPr>
        <p:spPr>
          <a:xfrm>
            <a:off x="8616949" y="533400"/>
            <a:ext cx="2987040" cy="4211480"/>
          </a:xfrm>
          <a:prstGeom prst="rect">
            <a:avLst/>
          </a:prstGeom>
          <a:noFill/>
          <a:ln>
            <a:noFill/>
          </a:ln>
        </p:spPr>
        <p:txBody>
          <a:bodyPr spcFirstLastPara="1" wrap="square" lIns="91425" tIns="91425" rIns="91425" bIns="45700" anchor="t" anchorCtr="0">
            <a:noAutofit/>
          </a:bodyPr>
          <a:lstStyle>
            <a:lvl1pPr marL="457200" lvl="0" indent="-228600" algn="l">
              <a:spcBef>
                <a:spcPts val="0"/>
              </a:spcBef>
              <a:spcAft>
                <a:spcPts val="0"/>
              </a:spcAft>
              <a:buSzPts val="1120"/>
              <a:buNone/>
              <a:defRPr sz="1400">
                <a:solidFill>
                  <a:srgbClr val="FFFFFF"/>
                </a:solidFill>
              </a:defRPr>
            </a:lvl1pPr>
            <a:lvl2pPr marL="914400" lvl="1" indent="-304800" algn="l">
              <a:spcBef>
                <a:spcPts val="250"/>
              </a:spcBef>
              <a:spcAft>
                <a:spcPts val="0"/>
              </a:spcAft>
              <a:buSzPts val="1200"/>
              <a:buChar char="◦"/>
              <a:defRPr sz="1200">
                <a:solidFill>
                  <a:srgbClr val="FFFFFF"/>
                </a:solidFill>
              </a:defRPr>
            </a:lvl2pPr>
            <a:lvl3pPr marL="1371600" lvl="2" indent="-292100" algn="l">
              <a:spcBef>
                <a:spcPts val="250"/>
              </a:spcBef>
              <a:spcAft>
                <a:spcPts val="0"/>
              </a:spcAft>
              <a:buSzPts val="1000"/>
              <a:buChar char="●"/>
              <a:defRPr sz="1000">
                <a:solidFill>
                  <a:srgbClr val="FFFFFF"/>
                </a:solidFill>
              </a:defRPr>
            </a:lvl3pPr>
            <a:lvl4pPr marL="1828800" lvl="3" indent="-292608" algn="l">
              <a:spcBef>
                <a:spcPts val="225"/>
              </a:spcBef>
              <a:spcAft>
                <a:spcPts val="0"/>
              </a:spcAft>
              <a:buSzPts val="1008"/>
              <a:buChar char="◦"/>
              <a:defRPr sz="900">
                <a:solidFill>
                  <a:srgbClr val="FFFFFF"/>
                </a:solidFill>
              </a:defRPr>
            </a:lvl4pPr>
            <a:lvl5pPr marL="2286000" lvl="4" indent="-285750" algn="l">
              <a:spcBef>
                <a:spcPts val="250"/>
              </a:spcBef>
              <a:spcAft>
                <a:spcPts val="0"/>
              </a:spcAft>
              <a:buSzPts val="900"/>
              <a:buChar char="●"/>
              <a:defRPr sz="900">
                <a:solidFill>
                  <a:srgbClr val="FFFFFF"/>
                </a:solidFill>
              </a:defRPr>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68" name="Google Shape;68;p46"/>
          <p:cNvSpPr>
            <a:spLocks noGrp="1"/>
          </p:cNvSpPr>
          <p:nvPr>
            <p:ph type="pic" idx="2"/>
          </p:nvPr>
        </p:nvSpPr>
        <p:spPr>
          <a:xfrm>
            <a:off x="561973" y="435768"/>
            <a:ext cx="7900416" cy="4343400"/>
          </a:xfrm>
          <a:prstGeom prst="snipRoundRect">
            <a:avLst>
              <a:gd name="adj1" fmla="val 1040"/>
              <a:gd name="adj2" fmla="val 0"/>
            </a:avLst>
          </a:prstGeom>
          <a:solidFill>
            <a:srgbClr val="0A192B"/>
          </a:solidFill>
          <a:ln>
            <a:noFill/>
          </a:ln>
        </p:spPr>
      </p:sp>
      <p:sp>
        <p:nvSpPr>
          <p:cNvPr id="69" name="Google Shape;69;p46"/>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000"/>
              <a:buFont typeface="Verdana"/>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70" name="Google Shape;70;p46"/>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000"/>
              <a:buFont typeface="Verdana"/>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71" name="Google Shape;71;p46"/>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1pPr>
            <a:lvl2pPr marL="0" lvl="1"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2pPr>
            <a:lvl3pPr marL="0" lvl="2"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3pPr>
            <a:lvl4pPr marL="0" lvl="3"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4pPr>
            <a:lvl5pPr marL="0" lvl="4"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5pPr>
            <a:lvl6pPr marL="0" lvl="5"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6pPr>
            <a:lvl7pPr marL="0" lvl="6"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7pPr>
            <a:lvl8pPr marL="0" lvl="7"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8pPr>
            <a:lvl9pPr marL="0" lvl="8"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81442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47"/>
          <p:cNvSpPr txBox="1">
            <a:spLocks noGrp="1"/>
          </p:cNvSpPr>
          <p:nvPr>
            <p:ph type="title"/>
          </p:nvPr>
        </p:nvSpPr>
        <p:spPr>
          <a:xfrm>
            <a:off x="670560" y="4983480"/>
            <a:ext cx="10911840" cy="10515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74" name="Google Shape;74;p47"/>
          <p:cNvSpPr txBox="1">
            <a:spLocks noGrp="1"/>
          </p:cNvSpPr>
          <p:nvPr>
            <p:ph type="body" idx="1"/>
          </p:nvPr>
        </p:nvSpPr>
        <p:spPr>
          <a:xfrm rot="5400000">
            <a:off x="4032504" y="-2831592"/>
            <a:ext cx="4187952" cy="10911840"/>
          </a:xfrm>
          <a:prstGeom prst="rect">
            <a:avLst/>
          </a:prstGeom>
          <a:noFill/>
          <a:ln>
            <a:noFill/>
          </a:ln>
        </p:spPr>
        <p:txBody>
          <a:bodyPr spcFirstLastPara="1" wrap="square" lIns="182875" tIns="91425" rIns="91425" bIns="45700" anchor="t" anchorCtr="0">
            <a:noAutofit/>
          </a:bodyPr>
          <a:lstStyle>
            <a:lvl1pPr marL="457200" lvl="0" indent="-320040" algn="l">
              <a:spcBef>
                <a:spcPts val="250"/>
              </a:spcBef>
              <a:spcAft>
                <a:spcPts val="0"/>
              </a:spcAft>
              <a:buSzPts val="1440"/>
              <a:buChar char="⚫"/>
              <a:defRPr/>
            </a:lvl1pPr>
            <a:lvl2pPr marL="914400" lvl="1" indent="-342900" algn="l">
              <a:spcBef>
                <a:spcPts val="250"/>
              </a:spcBef>
              <a:spcAft>
                <a:spcPts val="0"/>
              </a:spcAft>
              <a:buSzPts val="1800"/>
              <a:buChar char="◦"/>
              <a:defRPr/>
            </a:lvl2pPr>
            <a:lvl3pPr marL="1371600" lvl="2" indent="-342900" algn="l">
              <a:spcBef>
                <a:spcPts val="250"/>
              </a:spcBef>
              <a:spcAft>
                <a:spcPts val="0"/>
              </a:spcAft>
              <a:buSzPts val="1800"/>
              <a:buChar char="●"/>
              <a:defRPr/>
            </a:lvl3pPr>
            <a:lvl4pPr marL="1828800" lvl="3" indent="-356616" algn="l">
              <a:spcBef>
                <a:spcPts val="225"/>
              </a:spcBef>
              <a:spcAft>
                <a:spcPts val="0"/>
              </a:spcAft>
              <a:buSzPts val="2016"/>
              <a:buChar char="◦"/>
              <a:defRPr/>
            </a:lvl4pPr>
            <a:lvl5pPr marL="2286000" lvl="4" indent="-342900" algn="l">
              <a:spcBef>
                <a:spcPts val="250"/>
              </a:spcBef>
              <a:spcAft>
                <a:spcPts val="0"/>
              </a:spcAft>
              <a:buSzPts val="1800"/>
              <a:buChar char="●"/>
              <a:defRPr/>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75" name="Google Shape;75;p47"/>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76" name="Google Shape;76;p47"/>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77" name="Google Shape;77;p47"/>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81948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48"/>
          <p:cNvSpPr txBox="1">
            <a:spLocks noGrp="1"/>
          </p:cNvSpPr>
          <p:nvPr>
            <p:ph type="title"/>
          </p:nvPr>
        </p:nvSpPr>
        <p:spPr>
          <a:xfrm rot="5400000">
            <a:off x="7531102" y="1841504"/>
            <a:ext cx="5257799" cy="264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80" name="Google Shape;80;p48"/>
          <p:cNvSpPr txBox="1">
            <a:spLocks noGrp="1"/>
          </p:cNvSpPr>
          <p:nvPr>
            <p:ph type="body" idx="1"/>
          </p:nvPr>
        </p:nvSpPr>
        <p:spPr>
          <a:xfrm rot="5400000">
            <a:off x="2044701" y="-800097"/>
            <a:ext cx="5257801" cy="7924800"/>
          </a:xfrm>
          <a:prstGeom prst="rect">
            <a:avLst/>
          </a:prstGeom>
          <a:noFill/>
          <a:ln>
            <a:noFill/>
          </a:ln>
        </p:spPr>
        <p:txBody>
          <a:bodyPr spcFirstLastPara="1" wrap="square" lIns="182875" tIns="91425" rIns="91425" bIns="45700" anchor="t" anchorCtr="0">
            <a:noAutofit/>
          </a:bodyPr>
          <a:lstStyle>
            <a:lvl1pPr marL="457200" lvl="0" indent="-320040" algn="l">
              <a:spcBef>
                <a:spcPts val="250"/>
              </a:spcBef>
              <a:spcAft>
                <a:spcPts val="0"/>
              </a:spcAft>
              <a:buSzPts val="1440"/>
              <a:buChar char="⚫"/>
              <a:defRPr/>
            </a:lvl1pPr>
            <a:lvl2pPr marL="914400" lvl="1" indent="-342900" algn="l">
              <a:spcBef>
                <a:spcPts val="250"/>
              </a:spcBef>
              <a:spcAft>
                <a:spcPts val="0"/>
              </a:spcAft>
              <a:buSzPts val="1800"/>
              <a:buChar char="◦"/>
              <a:defRPr/>
            </a:lvl2pPr>
            <a:lvl3pPr marL="1371600" lvl="2" indent="-342900" algn="l">
              <a:spcBef>
                <a:spcPts val="250"/>
              </a:spcBef>
              <a:spcAft>
                <a:spcPts val="0"/>
              </a:spcAft>
              <a:buSzPts val="1800"/>
              <a:buChar char="●"/>
              <a:defRPr/>
            </a:lvl3pPr>
            <a:lvl4pPr marL="1828800" lvl="3" indent="-356616" algn="l">
              <a:spcBef>
                <a:spcPts val="225"/>
              </a:spcBef>
              <a:spcAft>
                <a:spcPts val="0"/>
              </a:spcAft>
              <a:buSzPts val="2016"/>
              <a:buChar char="◦"/>
              <a:defRPr/>
            </a:lvl4pPr>
            <a:lvl5pPr marL="2286000" lvl="4" indent="-342900" algn="l">
              <a:spcBef>
                <a:spcPts val="250"/>
              </a:spcBef>
              <a:spcAft>
                <a:spcPts val="0"/>
              </a:spcAft>
              <a:buSzPts val="1800"/>
              <a:buChar char="●"/>
              <a:defRPr/>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81" name="Google Shape;81;p48"/>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82" name="Google Shape;82;p48"/>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83" name="Google Shape;83;p48"/>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19241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37"/>
          <p:cNvSpPr txBox="1">
            <a:spLocks noGrp="1"/>
          </p:cNvSpPr>
          <p:nvPr>
            <p:ph type="title"/>
          </p:nvPr>
        </p:nvSpPr>
        <p:spPr>
          <a:xfrm>
            <a:off x="670985" y="4986339"/>
            <a:ext cx="10911417" cy="1050925"/>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1pPr>
            <a:lvl2pPr marR="0" lvl="1"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2pPr>
            <a:lvl3pPr marR="0" lvl="2"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3pPr>
            <a:lvl4pPr marR="0" lvl="3"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4pPr>
            <a:lvl5pPr marR="0" lvl="4"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5pPr>
            <a:lvl6pPr marR="0" lvl="5"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6pPr>
            <a:lvl7pPr marR="0" lvl="6"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7pPr>
            <a:lvl8pPr marR="0" lvl="7"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8pPr>
            <a:lvl9pPr marR="0" lvl="8"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9pPr>
          </a:lstStyle>
          <a:p>
            <a:endParaRPr/>
          </a:p>
        </p:txBody>
      </p:sp>
      <p:sp>
        <p:nvSpPr>
          <p:cNvPr id="7" name="Google Shape;7;p37"/>
          <p:cNvSpPr txBox="1">
            <a:spLocks noGrp="1"/>
          </p:cNvSpPr>
          <p:nvPr>
            <p:ph type="body" idx="1"/>
          </p:nvPr>
        </p:nvSpPr>
        <p:spPr>
          <a:xfrm>
            <a:off x="670984" y="530226"/>
            <a:ext cx="10911416" cy="4187825"/>
          </a:xfrm>
          <a:prstGeom prst="rect">
            <a:avLst/>
          </a:prstGeom>
          <a:noFill/>
          <a:ln>
            <a:noFill/>
          </a:ln>
        </p:spPr>
        <p:txBody>
          <a:bodyPr spcFirstLastPara="1" wrap="square" lIns="182875" tIns="91425" rIns="91425" bIns="45700" anchor="t" anchorCtr="0">
            <a:noAutofit/>
          </a:bodyPr>
          <a:lstStyle>
            <a:lvl1pPr marL="457200" marR="0" lvl="0" indent="-370840" algn="l" rtl="0">
              <a:spcBef>
                <a:spcPts val="250"/>
              </a:spcBef>
              <a:spcAft>
                <a:spcPts val="0"/>
              </a:spcAft>
              <a:buClr>
                <a:schemeClr val="accent1"/>
              </a:buClr>
              <a:buSzPts val="2240"/>
              <a:buFont typeface="Noto Sans Symbols"/>
              <a:buChar char="⚫"/>
              <a:defRPr sz="2800" b="0" i="0" u="none" strike="noStrike" cap="none">
                <a:solidFill>
                  <a:schemeClr val="lt1"/>
                </a:solidFill>
                <a:latin typeface="Verdana"/>
                <a:ea typeface="Verdana"/>
                <a:cs typeface="Verdana"/>
                <a:sym typeface="Verdana"/>
              </a:defRPr>
            </a:lvl1pPr>
            <a:lvl2pPr marL="914400" marR="0" lvl="1" indent="-381000" algn="l" rtl="0">
              <a:spcBef>
                <a:spcPts val="250"/>
              </a:spcBef>
              <a:spcAft>
                <a:spcPts val="0"/>
              </a:spcAft>
              <a:buClr>
                <a:schemeClr val="accent1"/>
              </a:buClr>
              <a:buSzPts val="2400"/>
              <a:buFont typeface="Verdana"/>
              <a:buChar char="◦"/>
              <a:defRPr sz="2400" b="0" i="0" u="none" strike="noStrike" cap="none">
                <a:solidFill>
                  <a:schemeClr val="lt1"/>
                </a:solidFill>
                <a:latin typeface="Verdana"/>
                <a:ea typeface="Verdana"/>
                <a:cs typeface="Verdana"/>
                <a:sym typeface="Verdana"/>
              </a:defRPr>
            </a:lvl2pPr>
            <a:lvl3pPr marL="1371600" marR="0" lvl="2" indent="-368300" algn="l" rtl="0">
              <a:spcBef>
                <a:spcPts val="250"/>
              </a:spcBef>
              <a:spcAft>
                <a:spcPts val="0"/>
              </a:spcAft>
              <a:buClr>
                <a:srgbClr val="FF3D39"/>
              </a:buClr>
              <a:buSzPts val="2200"/>
              <a:buFont typeface="Noto Sans Symbols"/>
              <a:buChar char="●"/>
              <a:defRPr sz="2200" b="0" i="0" u="none" strike="noStrike" cap="none">
                <a:solidFill>
                  <a:schemeClr val="lt1"/>
                </a:solidFill>
                <a:latin typeface="Verdana"/>
                <a:ea typeface="Verdana"/>
                <a:cs typeface="Verdana"/>
                <a:sym typeface="Verdana"/>
              </a:defRPr>
            </a:lvl3pPr>
            <a:lvl4pPr marL="1828800" marR="0" lvl="3" indent="-363728" algn="l" rtl="0">
              <a:spcBef>
                <a:spcPts val="225"/>
              </a:spcBef>
              <a:spcAft>
                <a:spcPts val="0"/>
              </a:spcAft>
              <a:buClr>
                <a:srgbClr val="FF3D39"/>
              </a:buClr>
              <a:buSzPts val="2128"/>
              <a:buFont typeface="Verdana"/>
              <a:buChar char="◦"/>
              <a:defRPr sz="1900" b="0" i="0" u="none" strike="noStrike" cap="none">
                <a:solidFill>
                  <a:schemeClr val="lt1"/>
                </a:solidFill>
                <a:latin typeface="Verdana"/>
                <a:ea typeface="Verdana"/>
                <a:cs typeface="Verdana"/>
                <a:sym typeface="Verdana"/>
              </a:defRPr>
            </a:lvl4pPr>
            <a:lvl5pPr marL="2286000" marR="0" lvl="4" indent="-355600" algn="l" rtl="0">
              <a:spcBef>
                <a:spcPts val="250"/>
              </a:spcBef>
              <a:spcAft>
                <a:spcPts val="0"/>
              </a:spcAft>
              <a:buClr>
                <a:srgbClr val="BEFF4B"/>
              </a:buClr>
              <a:buSzPts val="2000"/>
              <a:buFont typeface="Noto Sans Symbols"/>
              <a:buChar char="●"/>
              <a:defRPr sz="2000" b="0" i="0" u="none" strike="noStrike" cap="none">
                <a:solidFill>
                  <a:schemeClr val="lt1"/>
                </a:solidFill>
                <a:latin typeface="Verdana"/>
                <a:ea typeface="Verdana"/>
                <a:cs typeface="Verdana"/>
                <a:sym typeface="Verdana"/>
              </a:defRPr>
            </a:lvl5pPr>
            <a:lvl6pPr marL="2743200" marR="0" lvl="5" indent="-336550" algn="l" rtl="0">
              <a:spcBef>
                <a:spcPts val="250"/>
              </a:spcBef>
              <a:spcAft>
                <a:spcPts val="0"/>
              </a:spcAft>
              <a:buClr>
                <a:srgbClr val="BFFF49"/>
              </a:buClr>
              <a:buSzPts val="1700"/>
              <a:buFont typeface="Verdana"/>
              <a:buChar char="◦"/>
              <a:defRPr sz="1700" b="0" i="0" u="none" strike="noStrike" cap="none">
                <a:solidFill>
                  <a:schemeClr val="lt1"/>
                </a:solidFill>
                <a:latin typeface="Verdana"/>
                <a:ea typeface="Verdana"/>
                <a:cs typeface="Verdana"/>
                <a:sym typeface="Verdana"/>
              </a:defRPr>
            </a:lvl6pPr>
            <a:lvl7pPr marL="3200400" marR="0" lvl="6" indent="-323850" algn="l" rtl="0">
              <a:spcBef>
                <a:spcPts val="255"/>
              </a:spcBef>
              <a:spcAft>
                <a:spcPts val="0"/>
              </a:spcAft>
              <a:buClr>
                <a:srgbClr val="BFFF49"/>
              </a:buClr>
              <a:buSzPts val="1500"/>
              <a:buFont typeface="Noto Sans Symbols"/>
              <a:buChar char="●"/>
              <a:defRPr sz="1500" b="0" i="0" u="none" strike="noStrike" cap="none">
                <a:solidFill>
                  <a:schemeClr val="lt1"/>
                </a:solidFill>
                <a:latin typeface="Verdana"/>
                <a:ea typeface="Verdana"/>
                <a:cs typeface="Verdana"/>
                <a:sym typeface="Verdana"/>
              </a:defRPr>
            </a:lvl7pPr>
            <a:lvl8pPr marL="3657600" marR="0" lvl="7" indent="-323850" algn="l" rtl="0">
              <a:spcBef>
                <a:spcPts val="255"/>
              </a:spcBef>
              <a:spcAft>
                <a:spcPts val="0"/>
              </a:spcAft>
              <a:buClr>
                <a:srgbClr val="BFFF49"/>
              </a:buClr>
              <a:buSzPts val="1500"/>
              <a:buFont typeface="Verdana"/>
              <a:buChar char="◦"/>
              <a:defRPr sz="1500" b="0" i="0" u="none" strike="noStrike" cap="none">
                <a:solidFill>
                  <a:schemeClr val="lt1"/>
                </a:solidFill>
                <a:latin typeface="Verdana"/>
                <a:ea typeface="Verdana"/>
                <a:cs typeface="Verdana"/>
                <a:sym typeface="Verdana"/>
              </a:defRPr>
            </a:lvl8pPr>
            <a:lvl9pPr marL="4114800" marR="0" lvl="8" indent="-323850" algn="l" rtl="0">
              <a:spcBef>
                <a:spcPts val="255"/>
              </a:spcBef>
              <a:spcAft>
                <a:spcPts val="0"/>
              </a:spcAft>
              <a:buClr>
                <a:srgbClr val="BFFF49"/>
              </a:buClr>
              <a:buSzPts val="1500"/>
              <a:buFont typeface="Noto Sans Symbols"/>
              <a:buChar char="●"/>
              <a:defRPr sz="1500" b="0" i="0" u="none" strike="noStrike" cap="none">
                <a:solidFill>
                  <a:schemeClr val="lt1"/>
                </a:solidFill>
                <a:latin typeface="Verdana"/>
                <a:ea typeface="Verdana"/>
                <a:cs typeface="Verdana"/>
                <a:sym typeface="Verdana"/>
              </a:defRPr>
            </a:lvl9pPr>
          </a:lstStyle>
          <a:p>
            <a:endParaRPr/>
          </a:p>
        </p:txBody>
      </p:sp>
      <p:sp>
        <p:nvSpPr>
          <p:cNvPr id="8" name="Google Shape;8;p37"/>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marR="0" lvl="0" algn="r" rtl="0">
              <a:lnSpc>
                <a:spcPct val="100000"/>
              </a:lnSpc>
              <a:spcBef>
                <a:spcPts val="0"/>
              </a:spcBef>
              <a:spcAft>
                <a:spcPts val="0"/>
              </a:spcAft>
              <a:buClr>
                <a:srgbClr val="16355B"/>
              </a:buClr>
              <a:buSzPts val="1000"/>
              <a:buFont typeface="Verdana"/>
              <a:buNone/>
              <a:defRPr sz="1000" b="0" i="0" u="none" strike="noStrike" cap="none">
                <a:solidFill>
                  <a:srgbClr val="16355B"/>
                </a:solidFill>
                <a:latin typeface="Verdana"/>
                <a:ea typeface="Verdana"/>
                <a:cs typeface="Verdana"/>
                <a:sym typeface="Verdana"/>
              </a:defRPr>
            </a:lvl1pPr>
            <a:lvl2pPr marR="0" lvl="1"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9pPr>
          </a:lstStyle>
          <a:p>
            <a:endParaRPr lang="en-US"/>
          </a:p>
        </p:txBody>
      </p:sp>
      <p:sp>
        <p:nvSpPr>
          <p:cNvPr id="9" name="Google Shape;9;p37"/>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16355B"/>
              </a:buClr>
              <a:buSzPts val="1000"/>
              <a:buFont typeface="Verdana"/>
              <a:buNone/>
              <a:defRPr sz="1000" b="0" i="0" u="none" strike="noStrike" cap="none">
                <a:solidFill>
                  <a:srgbClr val="16355B"/>
                </a:solidFill>
                <a:latin typeface="Verdana"/>
                <a:ea typeface="Verdana"/>
                <a:cs typeface="Verdana"/>
                <a:sym typeface="Verdana"/>
              </a:defRPr>
            </a:lvl1pPr>
            <a:lvl2pPr marR="0" lvl="1"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9pPr>
          </a:lstStyle>
          <a:p>
            <a:endParaRPr lang="en-US"/>
          </a:p>
        </p:txBody>
      </p:sp>
      <p:sp>
        <p:nvSpPr>
          <p:cNvPr id="10" name="Google Shape;10;p37"/>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1pPr>
            <a:lvl2pPr marL="0" marR="0" lvl="1"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2pPr>
            <a:lvl3pPr marL="0" marR="0" lvl="2"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3pPr>
            <a:lvl4pPr marL="0" marR="0" lvl="3"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4pPr>
            <a:lvl5pPr marL="0" marR="0" lvl="4"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5pPr>
            <a:lvl6pPr marL="0" marR="0" lvl="5"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6pPr>
            <a:lvl7pPr marL="0" marR="0" lvl="6"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7pPr>
            <a:lvl8pPr marL="0" marR="0" lvl="7"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8pPr>
            <a:lvl9pPr marL="0" marR="0" lvl="8"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56207636"/>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title"/>
          </p:nvPr>
        </p:nvSpPr>
        <p:spPr>
          <a:xfrm>
            <a:off x="2137776" y="2766218"/>
            <a:ext cx="664424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6600"/>
              <a:buFont typeface="Overlock"/>
              <a:buNone/>
            </a:pPr>
            <a:r>
              <a:rPr lang="en-US" sz="6600" b="1">
                <a:latin typeface="Times New Roman"/>
                <a:ea typeface="Times New Roman"/>
                <a:cs typeface="Times New Roman"/>
                <a:sym typeface="Times New Roman"/>
              </a:rPr>
              <a:t>Coding Decoding</a:t>
            </a:r>
            <a:endParaRPr>
              <a:latin typeface="Times New Roman"/>
              <a:ea typeface="Times New Roman"/>
              <a:cs typeface="Times New Roman"/>
              <a:sym typeface="Times New Roman"/>
            </a:endParaRPr>
          </a:p>
        </p:txBody>
      </p:sp>
      <p:sp>
        <p:nvSpPr>
          <p:cNvPr id="89" name="Google Shape;89;p1"/>
          <p:cNvSpPr txBox="1"/>
          <p:nvPr/>
        </p:nvSpPr>
        <p:spPr>
          <a:xfrm>
            <a:off x="887896" y="503583"/>
            <a:ext cx="8256000" cy="12006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200" b="1" i="0" u="none" strike="noStrike" cap="none">
                <a:solidFill>
                  <a:schemeClr val="dk1"/>
                </a:solidFill>
                <a:latin typeface="Times New Roman"/>
                <a:ea typeface="Times New Roman"/>
                <a:cs typeface="Times New Roman"/>
                <a:sym typeface="Times New Roman"/>
              </a:rPr>
              <a:t>Unit-3 (Lecture-13)</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p:nvPr/>
        </p:nvSpPr>
        <p:spPr>
          <a:xfrm>
            <a:off x="464234" y="643466"/>
            <a:ext cx="11134208" cy="67706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dirty="0">
                <a:solidFill>
                  <a:schemeClr val="dk1"/>
                </a:solidFill>
                <a:latin typeface="Book Antiqua"/>
                <a:ea typeface="Book Antiqua"/>
                <a:cs typeface="Book Antiqua"/>
                <a:sym typeface="Book Antiqua"/>
              </a:rPr>
              <a:t>Alphabets in natural series are:</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graphicFrame>
        <p:nvGraphicFramePr>
          <p:cNvPr id="95" name="Google Shape;95;p2"/>
          <p:cNvGraphicFramePr/>
          <p:nvPr>
            <p:extLst>
              <p:ext uri="{D42A27DB-BD31-4B8C-83A1-F6EECF244321}">
                <p14:modId xmlns:p14="http://schemas.microsoft.com/office/powerpoint/2010/main" val="3102360521"/>
              </p:ext>
            </p:extLst>
          </p:nvPr>
        </p:nvGraphicFramePr>
        <p:xfrm>
          <a:off x="593558" y="1133324"/>
          <a:ext cx="9269650" cy="2822300"/>
        </p:xfrm>
        <a:graphic>
          <a:graphicData uri="http://schemas.openxmlformats.org/drawingml/2006/table">
            <a:tbl>
              <a:tblPr>
                <a:noFill/>
                <a:tableStyleId>{86BF00F4-DB29-4979-BD69-3AE01239DA25}</a:tableStyleId>
              </a:tblPr>
              <a:tblGrid>
                <a:gridCol w="713050">
                  <a:extLst>
                    <a:ext uri="{9D8B030D-6E8A-4147-A177-3AD203B41FA5}">
                      <a16:colId xmlns:a16="http://schemas.microsoft.com/office/drawing/2014/main" val="20000"/>
                    </a:ext>
                  </a:extLst>
                </a:gridCol>
                <a:gridCol w="713050">
                  <a:extLst>
                    <a:ext uri="{9D8B030D-6E8A-4147-A177-3AD203B41FA5}">
                      <a16:colId xmlns:a16="http://schemas.microsoft.com/office/drawing/2014/main" val="20001"/>
                    </a:ext>
                  </a:extLst>
                </a:gridCol>
                <a:gridCol w="713050">
                  <a:extLst>
                    <a:ext uri="{9D8B030D-6E8A-4147-A177-3AD203B41FA5}">
                      <a16:colId xmlns:a16="http://schemas.microsoft.com/office/drawing/2014/main" val="20002"/>
                    </a:ext>
                  </a:extLst>
                </a:gridCol>
                <a:gridCol w="713050">
                  <a:extLst>
                    <a:ext uri="{9D8B030D-6E8A-4147-A177-3AD203B41FA5}">
                      <a16:colId xmlns:a16="http://schemas.microsoft.com/office/drawing/2014/main" val="20003"/>
                    </a:ext>
                  </a:extLst>
                </a:gridCol>
                <a:gridCol w="713050">
                  <a:extLst>
                    <a:ext uri="{9D8B030D-6E8A-4147-A177-3AD203B41FA5}">
                      <a16:colId xmlns:a16="http://schemas.microsoft.com/office/drawing/2014/main" val="20004"/>
                    </a:ext>
                  </a:extLst>
                </a:gridCol>
                <a:gridCol w="713050">
                  <a:extLst>
                    <a:ext uri="{9D8B030D-6E8A-4147-A177-3AD203B41FA5}">
                      <a16:colId xmlns:a16="http://schemas.microsoft.com/office/drawing/2014/main" val="20005"/>
                    </a:ext>
                  </a:extLst>
                </a:gridCol>
                <a:gridCol w="713050">
                  <a:extLst>
                    <a:ext uri="{9D8B030D-6E8A-4147-A177-3AD203B41FA5}">
                      <a16:colId xmlns:a16="http://schemas.microsoft.com/office/drawing/2014/main" val="20006"/>
                    </a:ext>
                  </a:extLst>
                </a:gridCol>
                <a:gridCol w="713050">
                  <a:extLst>
                    <a:ext uri="{9D8B030D-6E8A-4147-A177-3AD203B41FA5}">
                      <a16:colId xmlns:a16="http://schemas.microsoft.com/office/drawing/2014/main" val="20007"/>
                    </a:ext>
                  </a:extLst>
                </a:gridCol>
                <a:gridCol w="713050">
                  <a:extLst>
                    <a:ext uri="{9D8B030D-6E8A-4147-A177-3AD203B41FA5}">
                      <a16:colId xmlns:a16="http://schemas.microsoft.com/office/drawing/2014/main" val="20008"/>
                    </a:ext>
                  </a:extLst>
                </a:gridCol>
                <a:gridCol w="713050">
                  <a:extLst>
                    <a:ext uri="{9D8B030D-6E8A-4147-A177-3AD203B41FA5}">
                      <a16:colId xmlns:a16="http://schemas.microsoft.com/office/drawing/2014/main" val="20009"/>
                    </a:ext>
                  </a:extLst>
                </a:gridCol>
                <a:gridCol w="713050">
                  <a:extLst>
                    <a:ext uri="{9D8B030D-6E8A-4147-A177-3AD203B41FA5}">
                      <a16:colId xmlns:a16="http://schemas.microsoft.com/office/drawing/2014/main" val="20010"/>
                    </a:ext>
                  </a:extLst>
                </a:gridCol>
                <a:gridCol w="713050">
                  <a:extLst>
                    <a:ext uri="{9D8B030D-6E8A-4147-A177-3AD203B41FA5}">
                      <a16:colId xmlns:a16="http://schemas.microsoft.com/office/drawing/2014/main" val="20011"/>
                    </a:ext>
                  </a:extLst>
                </a:gridCol>
                <a:gridCol w="713050">
                  <a:extLst>
                    <a:ext uri="{9D8B030D-6E8A-4147-A177-3AD203B41FA5}">
                      <a16:colId xmlns:a16="http://schemas.microsoft.com/office/drawing/2014/main" val="20012"/>
                    </a:ext>
                  </a:extLst>
                </a:gridCol>
              </a:tblGrid>
              <a:tr h="705575">
                <a:tc>
                  <a:txBody>
                    <a:bodyPr/>
                    <a:lstStyle/>
                    <a:p>
                      <a:pPr marL="0" marR="0" lvl="0" indent="0" algn="ctr" rtl="0">
                        <a:spcBef>
                          <a:spcPts val="0"/>
                        </a:spcBef>
                        <a:spcAft>
                          <a:spcPts val="0"/>
                        </a:spcAft>
                        <a:buNone/>
                      </a:pPr>
                      <a:r>
                        <a:rPr lang="en-US" sz="2400" b="1" u="none" strike="noStrike" cap="none"/>
                        <a:t>A</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B</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C</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D</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E</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F</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G</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H</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I</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J</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K</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L</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M</a:t>
                      </a:r>
                      <a:endParaRPr sz="2400" b="1" i="0" u="none" strike="noStrike" cap="none">
                        <a:solidFill>
                          <a:srgbClr val="000000"/>
                        </a:solidFill>
                        <a:latin typeface="Arial"/>
                        <a:ea typeface="Arial"/>
                        <a:cs typeface="Arial"/>
                        <a:sym typeface="Arial"/>
                      </a:endParaRPr>
                    </a:p>
                  </a:txBody>
                  <a:tcPr marL="9525" marR="9525" marT="9525" marB="0" anchor="ctr"/>
                </a:tc>
                <a:extLst>
                  <a:ext uri="{0D108BD9-81ED-4DB2-BD59-A6C34878D82A}">
                    <a16:rowId xmlns:a16="http://schemas.microsoft.com/office/drawing/2014/main" val="10000"/>
                  </a:ext>
                </a:extLst>
              </a:tr>
              <a:tr h="705575">
                <a:tc>
                  <a:txBody>
                    <a:bodyPr/>
                    <a:lstStyle/>
                    <a:p>
                      <a:pPr marL="0" marR="0" lvl="0" indent="0" algn="ctr" rtl="0">
                        <a:spcBef>
                          <a:spcPts val="0"/>
                        </a:spcBef>
                        <a:spcAft>
                          <a:spcPts val="0"/>
                        </a:spcAft>
                        <a:buNone/>
                      </a:pPr>
                      <a:r>
                        <a:rPr lang="en-US" sz="2400" b="1" u="none" strike="noStrike" cap="none"/>
                        <a:t>1</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2</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3</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4</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5</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6</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7</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8</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9</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10</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11</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12</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13</a:t>
                      </a:r>
                      <a:endParaRPr sz="2400" b="1" i="0" u="none" strike="noStrike" cap="none">
                        <a:solidFill>
                          <a:srgbClr val="000000"/>
                        </a:solidFill>
                        <a:latin typeface="Arial"/>
                        <a:ea typeface="Arial"/>
                        <a:cs typeface="Arial"/>
                        <a:sym typeface="Arial"/>
                      </a:endParaRPr>
                    </a:p>
                  </a:txBody>
                  <a:tcPr marL="9525" marR="9525" marT="9525" marB="0" anchor="ctr"/>
                </a:tc>
                <a:extLst>
                  <a:ext uri="{0D108BD9-81ED-4DB2-BD59-A6C34878D82A}">
                    <a16:rowId xmlns:a16="http://schemas.microsoft.com/office/drawing/2014/main" val="10001"/>
                  </a:ext>
                </a:extLst>
              </a:tr>
              <a:tr h="705575">
                <a:tc>
                  <a:txBody>
                    <a:bodyPr/>
                    <a:lstStyle/>
                    <a:p>
                      <a:pPr marL="0" marR="0" lvl="0" indent="0" algn="ctr" rtl="0">
                        <a:spcBef>
                          <a:spcPts val="0"/>
                        </a:spcBef>
                        <a:spcAft>
                          <a:spcPts val="0"/>
                        </a:spcAft>
                        <a:buNone/>
                      </a:pPr>
                      <a:r>
                        <a:rPr lang="en-US" sz="2400" b="1" u="none" strike="noStrike" cap="none"/>
                        <a:t>N</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O</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P</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dirty="0"/>
                        <a:t>Q</a:t>
                      </a:r>
                      <a:endParaRPr sz="2400" b="1" i="0" u="none" strike="noStrike" cap="none" dirty="0">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R</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S</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T</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U</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V</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W</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X</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Y</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Z</a:t>
                      </a:r>
                      <a:endParaRPr sz="2400" b="1" i="0" u="none" strike="noStrike" cap="none">
                        <a:solidFill>
                          <a:srgbClr val="000000"/>
                        </a:solidFill>
                        <a:latin typeface="Arial"/>
                        <a:ea typeface="Arial"/>
                        <a:cs typeface="Arial"/>
                        <a:sym typeface="Arial"/>
                      </a:endParaRPr>
                    </a:p>
                  </a:txBody>
                  <a:tcPr marL="9525" marR="9525" marT="9525" marB="0" anchor="ctr"/>
                </a:tc>
                <a:extLst>
                  <a:ext uri="{0D108BD9-81ED-4DB2-BD59-A6C34878D82A}">
                    <a16:rowId xmlns:a16="http://schemas.microsoft.com/office/drawing/2014/main" val="10002"/>
                  </a:ext>
                </a:extLst>
              </a:tr>
              <a:tr h="705575">
                <a:tc>
                  <a:txBody>
                    <a:bodyPr/>
                    <a:lstStyle/>
                    <a:p>
                      <a:pPr marL="0" marR="0" lvl="0" indent="0" algn="ctr" rtl="0">
                        <a:spcBef>
                          <a:spcPts val="0"/>
                        </a:spcBef>
                        <a:spcAft>
                          <a:spcPts val="0"/>
                        </a:spcAft>
                        <a:buNone/>
                      </a:pPr>
                      <a:r>
                        <a:rPr lang="en-US" sz="2400" b="1" u="none" strike="noStrike" cap="none"/>
                        <a:t>14</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15</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dirty="0"/>
                        <a:t>16</a:t>
                      </a:r>
                      <a:endParaRPr sz="2400" b="1" i="0" u="none" strike="noStrike" cap="none" dirty="0">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17</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18</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19</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20</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21</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22</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23</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24</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25</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dirty="0"/>
                        <a:t>26</a:t>
                      </a:r>
                      <a:endParaRPr sz="2400" b="1" i="0" u="none" strike="noStrike" cap="none" dirty="0">
                        <a:solidFill>
                          <a:srgbClr val="000000"/>
                        </a:solidFill>
                        <a:latin typeface="Arial"/>
                        <a:ea typeface="Arial"/>
                        <a:cs typeface="Arial"/>
                        <a:sym typeface="Arial"/>
                      </a:endParaRPr>
                    </a:p>
                  </a:txBody>
                  <a:tcPr marL="9525" marR="9525" marT="9525" marB="0" anchor="ctr"/>
                </a:tc>
                <a:extLst>
                  <a:ext uri="{0D108BD9-81ED-4DB2-BD59-A6C34878D82A}">
                    <a16:rowId xmlns:a16="http://schemas.microsoft.com/office/drawing/2014/main" val="10003"/>
                  </a:ext>
                </a:extLst>
              </a:tr>
            </a:tbl>
          </a:graphicData>
        </a:graphic>
      </p:graphicFrame>
      <p:sp>
        <p:nvSpPr>
          <p:cNvPr id="96" name="Google Shape;96;p2"/>
          <p:cNvSpPr txBox="1"/>
          <p:nvPr/>
        </p:nvSpPr>
        <p:spPr>
          <a:xfrm>
            <a:off x="642486" y="4118894"/>
            <a:ext cx="905015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Book Antiqua"/>
                <a:ea typeface="Book Antiqua"/>
                <a:cs typeface="Book Antiqua"/>
                <a:sym typeface="Book Antiqua"/>
              </a:rPr>
              <a:t>The Word </a:t>
            </a:r>
            <a:r>
              <a:rPr lang="en-US" sz="2000" b="1">
                <a:solidFill>
                  <a:schemeClr val="dk1"/>
                </a:solidFill>
                <a:latin typeface="Book Antiqua"/>
                <a:ea typeface="Book Antiqua"/>
                <a:cs typeface="Book Antiqua"/>
                <a:sym typeface="Book Antiqua"/>
              </a:rPr>
              <a:t>EJOTY </a:t>
            </a:r>
            <a:r>
              <a:rPr lang="en-US" sz="2000">
                <a:solidFill>
                  <a:schemeClr val="dk1"/>
                </a:solidFill>
                <a:latin typeface="Book Antiqua"/>
                <a:ea typeface="Book Antiqua"/>
                <a:cs typeface="Book Antiqua"/>
                <a:sym typeface="Book Antiqua"/>
              </a:rPr>
              <a:t>is very helpful in finding the position of the alphabet as: </a:t>
            </a:r>
            <a:endParaRPr/>
          </a:p>
        </p:txBody>
      </p:sp>
      <p:graphicFrame>
        <p:nvGraphicFramePr>
          <p:cNvPr id="97" name="Google Shape;97;p2"/>
          <p:cNvGraphicFramePr/>
          <p:nvPr/>
        </p:nvGraphicFramePr>
        <p:xfrm>
          <a:off x="4244358" y="4845544"/>
          <a:ext cx="4780350" cy="1511700"/>
        </p:xfrm>
        <a:graphic>
          <a:graphicData uri="http://schemas.openxmlformats.org/drawingml/2006/table">
            <a:tbl>
              <a:tblPr>
                <a:noFill/>
                <a:tableStyleId>{86BF00F4-DB29-4979-BD69-3AE01239DA25}</a:tableStyleId>
              </a:tblPr>
              <a:tblGrid>
                <a:gridCol w="1593450">
                  <a:extLst>
                    <a:ext uri="{9D8B030D-6E8A-4147-A177-3AD203B41FA5}">
                      <a16:colId xmlns:a16="http://schemas.microsoft.com/office/drawing/2014/main" val="20000"/>
                    </a:ext>
                  </a:extLst>
                </a:gridCol>
                <a:gridCol w="1593450">
                  <a:extLst>
                    <a:ext uri="{9D8B030D-6E8A-4147-A177-3AD203B41FA5}">
                      <a16:colId xmlns:a16="http://schemas.microsoft.com/office/drawing/2014/main" val="20001"/>
                    </a:ext>
                  </a:extLst>
                </a:gridCol>
                <a:gridCol w="1593450">
                  <a:extLst>
                    <a:ext uri="{9D8B030D-6E8A-4147-A177-3AD203B41FA5}">
                      <a16:colId xmlns:a16="http://schemas.microsoft.com/office/drawing/2014/main" val="20002"/>
                    </a:ext>
                  </a:extLst>
                </a:gridCol>
              </a:tblGrid>
              <a:tr h="755850">
                <a:tc>
                  <a:txBody>
                    <a:bodyPr/>
                    <a:lstStyle/>
                    <a:p>
                      <a:pPr marL="0" marR="0" lvl="0" indent="0" algn="ctr" rtl="0">
                        <a:spcBef>
                          <a:spcPts val="0"/>
                        </a:spcBef>
                        <a:spcAft>
                          <a:spcPts val="0"/>
                        </a:spcAft>
                        <a:buNone/>
                      </a:pPr>
                      <a:r>
                        <a:rPr lang="en-US" sz="2400" b="1" u="none" strike="noStrike" cap="none"/>
                        <a:t>E           J</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O</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T             Y</a:t>
                      </a:r>
                      <a:endParaRPr sz="2400" b="1" i="0" u="none" strike="noStrike" cap="none">
                        <a:solidFill>
                          <a:srgbClr val="000000"/>
                        </a:solidFill>
                        <a:latin typeface="Arial"/>
                        <a:ea typeface="Arial"/>
                        <a:cs typeface="Arial"/>
                        <a:sym typeface="Arial"/>
                      </a:endParaRPr>
                    </a:p>
                  </a:txBody>
                  <a:tcPr marL="9525" marR="9525" marT="9525" marB="0" anchor="ctr"/>
                </a:tc>
                <a:extLst>
                  <a:ext uri="{0D108BD9-81ED-4DB2-BD59-A6C34878D82A}">
                    <a16:rowId xmlns:a16="http://schemas.microsoft.com/office/drawing/2014/main" val="10000"/>
                  </a:ext>
                </a:extLst>
              </a:tr>
              <a:tr h="755850">
                <a:tc>
                  <a:txBody>
                    <a:bodyPr/>
                    <a:lstStyle/>
                    <a:p>
                      <a:pPr marL="0" marR="0" lvl="0" indent="0" algn="ctr" rtl="0">
                        <a:spcBef>
                          <a:spcPts val="0"/>
                        </a:spcBef>
                        <a:spcAft>
                          <a:spcPts val="0"/>
                        </a:spcAft>
                        <a:buNone/>
                      </a:pPr>
                      <a:r>
                        <a:rPr lang="en-US" sz="2400" b="1" u="none" strike="noStrike" cap="none"/>
                        <a:t>5         10</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15</a:t>
                      </a:r>
                      <a:endParaRPr sz="24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400" b="1" u="none" strike="noStrike" cap="none"/>
                        <a:t>20         25</a:t>
                      </a:r>
                      <a:endParaRPr sz="2400" b="1" i="0" u="none" strike="noStrike" cap="none">
                        <a:solidFill>
                          <a:srgbClr val="000000"/>
                        </a:solidFill>
                        <a:latin typeface="Arial"/>
                        <a:ea typeface="Arial"/>
                        <a:cs typeface="Arial"/>
                        <a:sym typeface="Arial"/>
                      </a:endParaRPr>
                    </a:p>
                  </a:txBody>
                  <a:tcPr marL="9525" marR="9525" marT="9525" marB="0"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p:nvPr/>
        </p:nvSpPr>
        <p:spPr>
          <a:xfrm>
            <a:off x="436098" y="801857"/>
            <a:ext cx="11220082" cy="1384954"/>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chemeClr val="dk1"/>
              </a:buClr>
              <a:buSzPts val="2000"/>
              <a:buFont typeface="Noto Sans Symbols"/>
              <a:buNone/>
            </a:pPr>
            <a:r>
              <a:rPr lang="en-US" sz="2800" dirty="0">
                <a:solidFill>
                  <a:schemeClr val="dk1"/>
                </a:solidFill>
                <a:latin typeface="Times New Roman"/>
                <a:ea typeface="Times New Roman"/>
                <a:cs typeface="Times New Roman"/>
                <a:sym typeface="Times New Roman"/>
              </a:rPr>
              <a:t>The </a:t>
            </a:r>
            <a:r>
              <a:rPr lang="en-US" sz="2800" b="1" dirty="0">
                <a:solidFill>
                  <a:schemeClr val="dk1"/>
                </a:solidFill>
                <a:latin typeface="Times New Roman"/>
                <a:ea typeface="Times New Roman"/>
                <a:cs typeface="Times New Roman"/>
                <a:sym typeface="Times New Roman"/>
              </a:rPr>
              <a:t>position from the front</a:t>
            </a:r>
            <a:r>
              <a:rPr lang="en-US" sz="2800" dirty="0">
                <a:solidFill>
                  <a:schemeClr val="dk1"/>
                </a:solidFill>
                <a:latin typeface="Times New Roman"/>
                <a:ea typeface="Times New Roman"/>
                <a:cs typeface="Times New Roman"/>
                <a:sym typeface="Times New Roman"/>
              </a:rPr>
              <a:t> and the </a:t>
            </a:r>
            <a:r>
              <a:rPr lang="en-US" sz="2800" b="1" dirty="0">
                <a:solidFill>
                  <a:schemeClr val="dk1"/>
                </a:solidFill>
                <a:latin typeface="Times New Roman"/>
                <a:ea typeface="Times New Roman"/>
                <a:cs typeface="Times New Roman"/>
                <a:sym typeface="Times New Roman"/>
              </a:rPr>
              <a:t>position from the end</a:t>
            </a:r>
            <a:r>
              <a:rPr lang="en-US" sz="2800" dirty="0">
                <a:solidFill>
                  <a:schemeClr val="dk1"/>
                </a:solidFill>
                <a:latin typeface="Times New Roman"/>
                <a:ea typeface="Times New Roman"/>
                <a:cs typeface="Times New Roman"/>
                <a:sym typeface="Times New Roman"/>
              </a:rPr>
              <a:t> will be the same if sum of place value of two letters is 27</a:t>
            </a:r>
            <a:endParaRPr sz="2800" dirty="0">
              <a:solidFill>
                <a:schemeClr val="dk1"/>
              </a:solidFill>
              <a:latin typeface="Times New Roman"/>
              <a:ea typeface="Times New Roman"/>
              <a:cs typeface="Times New Roman"/>
              <a:sym typeface="Times New Roman"/>
            </a:endParaRPr>
          </a:p>
        </p:txBody>
      </p:sp>
      <p:graphicFrame>
        <p:nvGraphicFramePr>
          <p:cNvPr id="103" name="Google Shape;103;p3"/>
          <p:cNvGraphicFramePr/>
          <p:nvPr/>
        </p:nvGraphicFramePr>
        <p:xfrm>
          <a:off x="795130" y="2451652"/>
          <a:ext cx="10341175" cy="3140650"/>
        </p:xfrm>
        <a:graphic>
          <a:graphicData uri="http://schemas.openxmlformats.org/drawingml/2006/table">
            <a:tbl>
              <a:tblPr>
                <a:noFill/>
                <a:tableStyleId>{86BF00F4-DB29-4979-BD69-3AE01239DA25}</a:tableStyleId>
              </a:tblPr>
              <a:tblGrid>
                <a:gridCol w="795475">
                  <a:extLst>
                    <a:ext uri="{9D8B030D-6E8A-4147-A177-3AD203B41FA5}">
                      <a16:colId xmlns:a16="http://schemas.microsoft.com/office/drawing/2014/main" val="20000"/>
                    </a:ext>
                  </a:extLst>
                </a:gridCol>
                <a:gridCol w="795475">
                  <a:extLst>
                    <a:ext uri="{9D8B030D-6E8A-4147-A177-3AD203B41FA5}">
                      <a16:colId xmlns:a16="http://schemas.microsoft.com/office/drawing/2014/main" val="20001"/>
                    </a:ext>
                  </a:extLst>
                </a:gridCol>
                <a:gridCol w="795475">
                  <a:extLst>
                    <a:ext uri="{9D8B030D-6E8A-4147-A177-3AD203B41FA5}">
                      <a16:colId xmlns:a16="http://schemas.microsoft.com/office/drawing/2014/main" val="20002"/>
                    </a:ext>
                  </a:extLst>
                </a:gridCol>
                <a:gridCol w="795475">
                  <a:extLst>
                    <a:ext uri="{9D8B030D-6E8A-4147-A177-3AD203B41FA5}">
                      <a16:colId xmlns:a16="http://schemas.microsoft.com/office/drawing/2014/main" val="20003"/>
                    </a:ext>
                  </a:extLst>
                </a:gridCol>
                <a:gridCol w="795475">
                  <a:extLst>
                    <a:ext uri="{9D8B030D-6E8A-4147-A177-3AD203B41FA5}">
                      <a16:colId xmlns:a16="http://schemas.microsoft.com/office/drawing/2014/main" val="20004"/>
                    </a:ext>
                  </a:extLst>
                </a:gridCol>
                <a:gridCol w="795475">
                  <a:extLst>
                    <a:ext uri="{9D8B030D-6E8A-4147-A177-3AD203B41FA5}">
                      <a16:colId xmlns:a16="http://schemas.microsoft.com/office/drawing/2014/main" val="20005"/>
                    </a:ext>
                  </a:extLst>
                </a:gridCol>
                <a:gridCol w="795475">
                  <a:extLst>
                    <a:ext uri="{9D8B030D-6E8A-4147-A177-3AD203B41FA5}">
                      <a16:colId xmlns:a16="http://schemas.microsoft.com/office/drawing/2014/main" val="20006"/>
                    </a:ext>
                  </a:extLst>
                </a:gridCol>
                <a:gridCol w="795475">
                  <a:extLst>
                    <a:ext uri="{9D8B030D-6E8A-4147-A177-3AD203B41FA5}">
                      <a16:colId xmlns:a16="http://schemas.microsoft.com/office/drawing/2014/main" val="20007"/>
                    </a:ext>
                  </a:extLst>
                </a:gridCol>
                <a:gridCol w="795475">
                  <a:extLst>
                    <a:ext uri="{9D8B030D-6E8A-4147-A177-3AD203B41FA5}">
                      <a16:colId xmlns:a16="http://schemas.microsoft.com/office/drawing/2014/main" val="20008"/>
                    </a:ext>
                  </a:extLst>
                </a:gridCol>
                <a:gridCol w="795475">
                  <a:extLst>
                    <a:ext uri="{9D8B030D-6E8A-4147-A177-3AD203B41FA5}">
                      <a16:colId xmlns:a16="http://schemas.microsoft.com/office/drawing/2014/main" val="20009"/>
                    </a:ext>
                  </a:extLst>
                </a:gridCol>
                <a:gridCol w="795475">
                  <a:extLst>
                    <a:ext uri="{9D8B030D-6E8A-4147-A177-3AD203B41FA5}">
                      <a16:colId xmlns:a16="http://schemas.microsoft.com/office/drawing/2014/main" val="20010"/>
                    </a:ext>
                  </a:extLst>
                </a:gridCol>
                <a:gridCol w="795475">
                  <a:extLst>
                    <a:ext uri="{9D8B030D-6E8A-4147-A177-3AD203B41FA5}">
                      <a16:colId xmlns:a16="http://schemas.microsoft.com/office/drawing/2014/main" val="20011"/>
                    </a:ext>
                  </a:extLst>
                </a:gridCol>
                <a:gridCol w="795475">
                  <a:extLst>
                    <a:ext uri="{9D8B030D-6E8A-4147-A177-3AD203B41FA5}">
                      <a16:colId xmlns:a16="http://schemas.microsoft.com/office/drawing/2014/main" val="20012"/>
                    </a:ext>
                  </a:extLst>
                </a:gridCol>
              </a:tblGrid>
              <a:tr h="1570325">
                <a:tc>
                  <a:txBody>
                    <a:bodyPr/>
                    <a:lstStyle/>
                    <a:p>
                      <a:pPr marL="0" marR="0" lvl="0" indent="0" algn="ctr" rtl="0">
                        <a:spcBef>
                          <a:spcPts val="0"/>
                        </a:spcBef>
                        <a:spcAft>
                          <a:spcPts val="0"/>
                        </a:spcAft>
                        <a:buNone/>
                      </a:pPr>
                      <a:r>
                        <a:rPr lang="en-US" sz="3200" b="1" u="none" strike="noStrike" cap="none"/>
                        <a:t>A</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B</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C</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D</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E</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F</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G</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H</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I</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J</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K</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L</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M</a:t>
                      </a:r>
                      <a:endParaRPr sz="3200" b="1" i="0" u="none" strike="noStrike" cap="none">
                        <a:solidFill>
                          <a:srgbClr val="000000"/>
                        </a:solidFill>
                        <a:latin typeface="Arial"/>
                        <a:ea typeface="Arial"/>
                        <a:cs typeface="Arial"/>
                        <a:sym typeface="Arial"/>
                      </a:endParaRPr>
                    </a:p>
                  </a:txBody>
                  <a:tcPr marL="9525" marR="9525" marT="9525" marB="0" anchor="ctr"/>
                </a:tc>
                <a:extLst>
                  <a:ext uri="{0D108BD9-81ED-4DB2-BD59-A6C34878D82A}">
                    <a16:rowId xmlns:a16="http://schemas.microsoft.com/office/drawing/2014/main" val="10000"/>
                  </a:ext>
                </a:extLst>
              </a:tr>
              <a:tr h="1570325">
                <a:tc>
                  <a:txBody>
                    <a:bodyPr/>
                    <a:lstStyle/>
                    <a:p>
                      <a:pPr marL="0" marR="0" lvl="0" indent="0" algn="ctr" rtl="0">
                        <a:spcBef>
                          <a:spcPts val="0"/>
                        </a:spcBef>
                        <a:spcAft>
                          <a:spcPts val="0"/>
                        </a:spcAft>
                        <a:buNone/>
                      </a:pPr>
                      <a:r>
                        <a:rPr lang="en-US" sz="3200" b="1" u="none" strike="noStrike" cap="none"/>
                        <a:t>Z</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Y</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X</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W</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V</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U</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T</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S</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R</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Q</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P</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O</a:t>
                      </a:r>
                      <a:endParaRPr sz="3200" b="1" i="0" u="none" strike="noStrike" cap="none">
                        <a:solidFill>
                          <a:srgbClr val="000000"/>
                        </a:solidFill>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3200" b="1" u="none" strike="noStrike" cap="none"/>
                        <a:t>N</a:t>
                      </a:r>
                      <a:endParaRPr sz="3200" b="1" i="0" u="none" strike="noStrike" cap="none">
                        <a:solidFill>
                          <a:srgbClr val="000000"/>
                        </a:solidFill>
                        <a:latin typeface="Arial"/>
                        <a:ea typeface="Arial"/>
                        <a:cs typeface="Arial"/>
                        <a:sym typeface="Arial"/>
                      </a:endParaRPr>
                    </a:p>
                  </a:txBody>
                  <a:tcPr marL="9525" marR="9525" marT="9525" marB="0"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txBox="1">
            <a:spLocks noGrp="1"/>
          </p:cNvSpPr>
          <p:nvPr>
            <p:ph type="title"/>
          </p:nvPr>
        </p:nvSpPr>
        <p:spPr>
          <a:xfrm>
            <a:off x="489284" y="470488"/>
            <a:ext cx="10058400" cy="70494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b="1"/>
              <a:t>Letter Coding: </a:t>
            </a:r>
            <a:endParaRPr/>
          </a:p>
        </p:txBody>
      </p:sp>
      <p:sp>
        <p:nvSpPr>
          <p:cNvPr id="110" name="Google Shape;110;p4"/>
          <p:cNvSpPr txBox="1"/>
          <p:nvPr/>
        </p:nvSpPr>
        <p:spPr>
          <a:xfrm>
            <a:off x="596766" y="1395663"/>
            <a:ext cx="10876500" cy="3417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Question 1: If </a:t>
            </a:r>
            <a:r>
              <a:rPr lang="en-US" sz="2400" b="1" dirty="0">
                <a:solidFill>
                  <a:schemeClr val="dk1"/>
                </a:solidFill>
                <a:latin typeface="Times New Roman"/>
                <a:ea typeface="Times New Roman"/>
                <a:cs typeface="Times New Roman"/>
                <a:sym typeface="Times New Roman"/>
              </a:rPr>
              <a:t>COURSE</a:t>
            </a:r>
            <a:r>
              <a:rPr lang="en-US" sz="2400" dirty="0">
                <a:solidFill>
                  <a:schemeClr val="dk1"/>
                </a:solidFill>
                <a:latin typeface="Times New Roman"/>
                <a:ea typeface="Times New Roman"/>
                <a:cs typeface="Times New Roman"/>
                <a:sym typeface="Times New Roman"/>
              </a:rPr>
              <a:t> is coded as </a:t>
            </a:r>
            <a:r>
              <a:rPr lang="en-US" sz="2400" b="1" dirty="0">
                <a:solidFill>
                  <a:schemeClr val="dk1"/>
                </a:solidFill>
                <a:latin typeface="Times New Roman"/>
                <a:ea typeface="Times New Roman"/>
                <a:cs typeface="Times New Roman"/>
                <a:sym typeface="Times New Roman"/>
              </a:rPr>
              <a:t>FRXUVH</a:t>
            </a:r>
            <a:r>
              <a:rPr lang="en-US" sz="2400" dirty="0">
                <a:solidFill>
                  <a:schemeClr val="dk1"/>
                </a:solidFill>
                <a:latin typeface="Times New Roman"/>
                <a:ea typeface="Times New Roman"/>
                <a:cs typeface="Times New Roman"/>
                <a:sym typeface="Times New Roman"/>
              </a:rPr>
              <a:t>, how is </a:t>
            </a:r>
            <a:r>
              <a:rPr lang="en-US" sz="2400" b="1" dirty="0">
                <a:solidFill>
                  <a:schemeClr val="dk1"/>
                </a:solidFill>
                <a:latin typeface="Times New Roman"/>
                <a:ea typeface="Times New Roman"/>
                <a:cs typeface="Times New Roman"/>
                <a:sym typeface="Times New Roman"/>
              </a:rPr>
              <a:t>RACE</a:t>
            </a:r>
            <a:r>
              <a:rPr lang="en-US" sz="2400" dirty="0">
                <a:solidFill>
                  <a:schemeClr val="dk1"/>
                </a:solidFill>
                <a:latin typeface="Times New Roman"/>
                <a:ea typeface="Times New Roman"/>
                <a:cs typeface="Times New Roman"/>
                <a:sym typeface="Times New Roman"/>
              </a:rPr>
              <a:t> coded as?</a:t>
            </a:r>
            <a:endParaRPr sz="2400" dirty="0">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ABHF</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UDFH</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DUHF</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WQYF</a:t>
            </a:r>
            <a:endParaRPr sz="2400" dirty="0">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5"/>
          <p:cNvSpPr txBox="1"/>
          <p:nvPr/>
        </p:nvSpPr>
        <p:spPr>
          <a:xfrm>
            <a:off x="365760" y="914399"/>
            <a:ext cx="11415426" cy="37856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Question 2: In a certain code, </a:t>
            </a:r>
            <a:r>
              <a:rPr lang="en-US" sz="2400" b="1" dirty="0">
                <a:solidFill>
                  <a:schemeClr val="dk1"/>
                </a:solidFill>
                <a:latin typeface="Times New Roman"/>
                <a:ea typeface="Times New Roman"/>
                <a:cs typeface="Times New Roman"/>
                <a:sym typeface="Times New Roman"/>
              </a:rPr>
              <a:t>MONKEY</a:t>
            </a:r>
            <a:r>
              <a:rPr lang="en-US" sz="2400" dirty="0">
                <a:solidFill>
                  <a:schemeClr val="dk1"/>
                </a:solidFill>
                <a:latin typeface="Times New Roman"/>
                <a:ea typeface="Times New Roman"/>
                <a:cs typeface="Times New Roman"/>
                <a:sym typeface="Times New Roman"/>
              </a:rPr>
              <a:t> is written as </a:t>
            </a:r>
            <a:r>
              <a:rPr lang="en-US" sz="2400" b="1" dirty="0">
                <a:solidFill>
                  <a:schemeClr val="dk1"/>
                </a:solidFill>
                <a:latin typeface="Times New Roman"/>
                <a:ea typeface="Times New Roman"/>
                <a:cs typeface="Times New Roman"/>
                <a:sym typeface="Times New Roman"/>
              </a:rPr>
              <a:t>XDJMNL</a:t>
            </a:r>
            <a:r>
              <a:rPr lang="en-US" sz="2400" dirty="0">
                <a:solidFill>
                  <a:schemeClr val="dk1"/>
                </a:solidFill>
                <a:latin typeface="Times New Roman"/>
                <a:ea typeface="Times New Roman"/>
                <a:cs typeface="Times New Roman"/>
                <a:sym typeface="Times New Roman"/>
              </a:rPr>
              <a:t>. How is </a:t>
            </a:r>
            <a:r>
              <a:rPr lang="en-US" sz="2400" b="1" dirty="0">
                <a:solidFill>
                  <a:schemeClr val="dk1"/>
                </a:solidFill>
                <a:latin typeface="Times New Roman"/>
                <a:ea typeface="Times New Roman"/>
                <a:cs typeface="Times New Roman"/>
                <a:sym typeface="Times New Roman"/>
              </a:rPr>
              <a:t>TIGER</a:t>
            </a:r>
            <a:r>
              <a:rPr lang="en-US" sz="2400" dirty="0">
                <a:solidFill>
                  <a:schemeClr val="dk1"/>
                </a:solidFill>
                <a:latin typeface="Times New Roman"/>
                <a:ea typeface="Times New Roman"/>
                <a:cs typeface="Times New Roman"/>
                <a:sym typeface="Times New Roman"/>
              </a:rPr>
              <a:t> written in that code?</a:t>
            </a:r>
            <a:endParaRPr sz="2400" dirty="0">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QDFHS</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FHSQD</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DQSFH</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STFDQ</a:t>
            </a:r>
            <a:endParaRPr sz="2400" dirty="0">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6"/>
          <p:cNvSpPr txBox="1"/>
          <p:nvPr/>
        </p:nvSpPr>
        <p:spPr>
          <a:xfrm>
            <a:off x="492368" y="1026941"/>
            <a:ext cx="10875019" cy="304694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Question 3: If </a:t>
            </a:r>
            <a:r>
              <a:rPr lang="en-US" sz="2400" b="1" dirty="0">
                <a:solidFill>
                  <a:schemeClr val="dk1"/>
                </a:solidFill>
                <a:latin typeface="Times New Roman"/>
                <a:ea typeface="Times New Roman"/>
                <a:cs typeface="Times New Roman"/>
                <a:sym typeface="Times New Roman"/>
              </a:rPr>
              <a:t>BOMBAY</a:t>
            </a:r>
            <a:r>
              <a:rPr lang="en-US" sz="2400" dirty="0">
                <a:solidFill>
                  <a:schemeClr val="dk1"/>
                </a:solidFill>
                <a:latin typeface="Times New Roman"/>
                <a:ea typeface="Times New Roman"/>
                <a:cs typeface="Times New Roman"/>
                <a:sym typeface="Times New Roman"/>
              </a:rPr>
              <a:t> is written as </a:t>
            </a:r>
            <a:r>
              <a:rPr lang="en-US" sz="2400" b="1" dirty="0">
                <a:solidFill>
                  <a:schemeClr val="dk1"/>
                </a:solidFill>
                <a:latin typeface="Times New Roman"/>
                <a:ea typeface="Times New Roman"/>
                <a:cs typeface="Times New Roman"/>
                <a:sym typeface="Times New Roman"/>
              </a:rPr>
              <a:t>MYMYMY</a:t>
            </a:r>
            <a:r>
              <a:rPr lang="en-US" sz="2400" dirty="0">
                <a:solidFill>
                  <a:schemeClr val="dk1"/>
                </a:solidFill>
                <a:latin typeface="Times New Roman"/>
                <a:ea typeface="Times New Roman"/>
                <a:cs typeface="Times New Roman"/>
                <a:sym typeface="Times New Roman"/>
              </a:rPr>
              <a:t>, how will </a:t>
            </a:r>
            <a:r>
              <a:rPr lang="en-US" sz="2400" b="1" dirty="0">
                <a:solidFill>
                  <a:schemeClr val="dk1"/>
                </a:solidFill>
                <a:latin typeface="Times New Roman"/>
                <a:ea typeface="Times New Roman"/>
                <a:cs typeface="Times New Roman"/>
                <a:sym typeface="Times New Roman"/>
              </a:rPr>
              <a:t>TAMIL NADU</a:t>
            </a:r>
            <a:r>
              <a:rPr lang="en-US" sz="2400" dirty="0">
                <a:solidFill>
                  <a:schemeClr val="dk1"/>
                </a:solidFill>
                <a:latin typeface="Times New Roman"/>
                <a:ea typeface="Times New Roman"/>
                <a:cs typeface="Times New Roman"/>
                <a:sym typeface="Times New Roman"/>
              </a:rPr>
              <a:t> be written in that code?</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YMNYMNYMN</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ABHABHABH</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ABCDABCDA</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MNUMNUMNU</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7"/>
          <p:cNvSpPr txBox="1"/>
          <p:nvPr/>
        </p:nvSpPr>
        <p:spPr>
          <a:xfrm>
            <a:off x="492368" y="1012873"/>
            <a:ext cx="10875019" cy="397027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Question 4: In a certain code, </a:t>
            </a:r>
            <a:r>
              <a:rPr lang="en-US" sz="2400" b="1" dirty="0">
                <a:solidFill>
                  <a:schemeClr val="dk1"/>
                </a:solidFill>
                <a:latin typeface="Times New Roman"/>
                <a:ea typeface="Times New Roman"/>
                <a:cs typeface="Times New Roman"/>
                <a:sym typeface="Times New Roman"/>
              </a:rPr>
              <a:t>TOGETHER</a:t>
            </a:r>
            <a:r>
              <a:rPr lang="en-US" sz="2400" dirty="0">
                <a:solidFill>
                  <a:schemeClr val="dk1"/>
                </a:solidFill>
                <a:latin typeface="Times New Roman"/>
                <a:ea typeface="Times New Roman"/>
                <a:cs typeface="Times New Roman"/>
                <a:sym typeface="Times New Roman"/>
              </a:rPr>
              <a:t> is written as </a:t>
            </a:r>
            <a:r>
              <a:rPr lang="en-US" sz="2400" b="1" dirty="0">
                <a:solidFill>
                  <a:schemeClr val="dk1"/>
                </a:solidFill>
                <a:latin typeface="Times New Roman"/>
                <a:ea typeface="Times New Roman"/>
                <a:cs typeface="Times New Roman"/>
                <a:sym typeface="Times New Roman"/>
              </a:rPr>
              <a:t>RQEGRJCT</a:t>
            </a:r>
            <a:r>
              <a:rPr lang="en-US" sz="2400" dirty="0">
                <a:solidFill>
                  <a:schemeClr val="dk1"/>
                </a:solidFill>
                <a:latin typeface="Times New Roman"/>
                <a:ea typeface="Times New Roman"/>
                <a:cs typeface="Times New Roman"/>
                <a:sym typeface="Times New Roman"/>
              </a:rPr>
              <a:t>. In the same code, what will </a:t>
            </a:r>
            <a:r>
              <a:rPr lang="en-US" sz="2400" b="1" dirty="0">
                <a:solidFill>
                  <a:schemeClr val="dk1"/>
                </a:solidFill>
                <a:latin typeface="Times New Roman"/>
                <a:ea typeface="Times New Roman"/>
                <a:cs typeface="Times New Roman"/>
                <a:sym typeface="Times New Roman"/>
              </a:rPr>
              <a:t>PAROLE</a:t>
            </a:r>
            <a:r>
              <a:rPr lang="en-US" sz="2400" dirty="0">
                <a:solidFill>
                  <a:schemeClr val="dk1"/>
                </a:solidFill>
                <a:latin typeface="Times New Roman"/>
                <a:ea typeface="Times New Roman"/>
                <a:cs typeface="Times New Roman"/>
                <a:sym typeface="Times New Roman"/>
              </a:rPr>
              <a:t> be written as?</a:t>
            </a:r>
            <a:endParaRPr sz="2400" dirty="0">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PQJGNC</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CNGJPQ</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NCPQJG</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NCJQPG</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8"/>
          <p:cNvSpPr txBox="1"/>
          <p:nvPr/>
        </p:nvSpPr>
        <p:spPr>
          <a:xfrm>
            <a:off x="490888" y="1212787"/>
            <a:ext cx="10876500" cy="37866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Question 5: If in a certain code, </a:t>
            </a:r>
            <a:r>
              <a:rPr lang="en-US" sz="2400" b="1" dirty="0">
                <a:solidFill>
                  <a:schemeClr val="dk1"/>
                </a:solidFill>
                <a:latin typeface="Times New Roman"/>
                <a:ea typeface="Times New Roman"/>
                <a:cs typeface="Times New Roman"/>
                <a:sym typeface="Times New Roman"/>
              </a:rPr>
              <a:t>TWENTY</a:t>
            </a:r>
            <a:r>
              <a:rPr lang="en-US" sz="2400" dirty="0">
                <a:solidFill>
                  <a:schemeClr val="dk1"/>
                </a:solidFill>
                <a:latin typeface="Times New Roman"/>
                <a:ea typeface="Times New Roman"/>
                <a:cs typeface="Times New Roman"/>
                <a:sym typeface="Times New Roman"/>
              </a:rPr>
              <a:t> is written as </a:t>
            </a:r>
            <a:r>
              <a:rPr lang="en-US" sz="2400" b="1" dirty="0">
                <a:solidFill>
                  <a:schemeClr val="dk1"/>
                </a:solidFill>
                <a:latin typeface="Times New Roman"/>
                <a:ea typeface="Times New Roman"/>
                <a:cs typeface="Times New Roman"/>
                <a:sym typeface="Times New Roman"/>
              </a:rPr>
              <a:t>863985</a:t>
            </a:r>
            <a:r>
              <a:rPr lang="en-US" sz="2400" dirty="0">
                <a:solidFill>
                  <a:schemeClr val="dk1"/>
                </a:solidFill>
                <a:latin typeface="Times New Roman"/>
                <a:ea typeface="Times New Roman"/>
                <a:cs typeface="Times New Roman"/>
                <a:sym typeface="Times New Roman"/>
              </a:rPr>
              <a:t> and </a:t>
            </a:r>
            <a:r>
              <a:rPr lang="en-US" sz="2400" b="1" dirty="0">
                <a:solidFill>
                  <a:schemeClr val="dk1"/>
                </a:solidFill>
                <a:latin typeface="Times New Roman"/>
                <a:ea typeface="Times New Roman"/>
                <a:cs typeface="Times New Roman"/>
                <a:sym typeface="Times New Roman"/>
              </a:rPr>
              <a:t>ELEVEN</a:t>
            </a:r>
            <a:r>
              <a:rPr lang="en-US" sz="2400" dirty="0">
                <a:solidFill>
                  <a:schemeClr val="dk1"/>
                </a:solidFill>
                <a:latin typeface="Times New Roman"/>
                <a:ea typeface="Times New Roman"/>
                <a:cs typeface="Times New Roman"/>
                <a:sym typeface="Times New Roman"/>
              </a:rPr>
              <a:t> is written as </a:t>
            </a:r>
            <a:r>
              <a:rPr lang="en-US" sz="2400" b="1" dirty="0">
                <a:solidFill>
                  <a:schemeClr val="dk1"/>
                </a:solidFill>
                <a:latin typeface="Times New Roman"/>
                <a:ea typeface="Times New Roman"/>
                <a:cs typeface="Times New Roman"/>
                <a:sym typeface="Times New Roman"/>
              </a:rPr>
              <a:t>323039, </a:t>
            </a:r>
            <a:r>
              <a:rPr lang="en-US" sz="2400" dirty="0">
                <a:solidFill>
                  <a:schemeClr val="dk1"/>
                </a:solidFill>
                <a:latin typeface="Times New Roman"/>
                <a:ea typeface="Times New Roman"/>
                <a:cs typeface="Times New Roman"/>
                <a:sym typeface="Times New Roman"/>
              </a:rPr>
              <a:t>how is </a:t>
            </a:r>
            <a:r>
              <a:rPr lang="en-US" sz="2400" b="1" dirty="0">
                <a:solidFill>
                  <a:schemeClr val="dk1"/>
                </a:solidFill>
                <a:latin typeface="Times New Roman"/>
                <a:ea typeface="Times New Roman"/>
                <a:cs typeface="Times New Roman"/>
                <a:sym typeface="Times New Roman"/>
              </a:rPr>
              <a:t>TWELVE</a:t>
            </a:r>
            <a:r>
              <a:rPr lang="en-US" sz="2400" dirty="0">
                <a:solidFill>
                  <a:schemeClr val="dk1"/>
                </a:solidFill>
                <a:latin typeface="Times New Roman"/>
                <a:ea typeface="Times New Roman"/>
                <a:cs typeface="Times New Roman"/>
                <a:sym typeface="Times New Roman"/>
              </a:rPr>
              <a:t> written in that code?</a:t>
            </a:r>
            <a:endParaRPr sz="2400" dirty="0">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203863</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368302</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863203</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320368</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endParaRPr sz="2400" dirty="0">
              <a:solidFill>
                <a:schemeClr val="dk1"/>
              </a:solidFill>
              <a:latin typeface="Times New Roman"/>
              <a:ea typeface="Times New Roman"/>
              <a:cs typeface="Times New Roman"/>
              <a:sym typeface="Times New Roman"/>
            </a:endParaRPr>
          </a:p>
        </p:txBody>
      </p:sp>
      <p:sp>
        <p:nvSpPr>
          <p:cNvPr id="135" name="Google Shape;135;p8"/>
          <p:cNvSpPr txBox="1"/>
          <p:nvPr/>
        </p:nvSpPr>
        <p:spPr>
          <a:xfrm>
            <a:off x="490888" y="520505"/>
            <a:ext cx="8643487"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dirty="0">
                <a:solidFill>
                  <a:schemeClr val="dk1"/>
                </a:solidFill>
                <a:latin typeface="Calibri"/>
                <a:ea typeface="Calibri"/>
                <a:cs typeface="Calibri"/>
                <a:sym typeface="Calibri"/>
              </a:rPr>
              <a:t>Number Coding: </a:t>
            </a:r>
            <a:endParaRPr sz="4000" dirty="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9"/>
          <p:cNvSpPr txBox="1"/>
          <p:nvPr/>
        </p:nvSpPr>
        <p:spPr>
          <a:xfrm>
            <a:off x="253218" y="1181686"/>
            <a:ext cx="11017918" cy="397027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Question 6: If </a:t>
            </a:r>
            <a:r>
              <a:rPr lang="en-US" sz="2400" b="1" dirty="0">
                <a:solidFill>
                  <a:schemeClr val="dk1"/>
                </a:solidFill>
                <a:latin typeface="Times New Roman"/>
                <a:ea typeface="Times New Roman"/>
                <a:cs typeface="Times New Roman"/>
                <a:sym typeface="Times New Roman"/>
              </a:rPr>
              <a:t>ENGLAND</a:t>
            </a:r>
            <a:r>
              <a:rPr lang="en-US" sz="2400" dirty="0">
                <a:solidFill>
                  <a:schemeClr val="dk1"/>
                </a:solidFill>
                <a:latin typeface="Times New Roman"/>
                <a:ea typeface="Times New Roman"/>
                <a:cs typeface="Times New Roman"/>
                <a:sym typeface="Times New Roman"/>
              </a:rPr>
              <a:t> is written as </a:t>
            </a:r>
            <a:r>
              <a:rPr lang="en-US" sz="2400" b="1" dirty="0">
                <a:solidFill>
                  <a:schemeClr val="dk1"/>
                </a:solidFill>
                <a:latin typeface="Times New Roman"/>
                <a:ea typeface="Times New Roman"/>
                <a:cs typeface="Times New Roman"/>
                <a:sym typeface="Times New Roman"/>
              </a:rPr>
              <a:t>1234526</a:t>
            </a:r>
            <a:r>
              <a:rPr lang="en-US" sz="2400" dirty="0">
                <a:solidFill>
                  <a:schemeClr val="dk1"/>
                </a:solidFill>
                <a:latin typeface="Times New Roman"/>
                <a:ea typeface="Times New Roman"/>
                <a:cs typeface="Times New Roman"/>
                <a:sym typeface="Times New Roman"/>
              </a:rPr>
              <a:t> and </a:t>
            </a:r>
            <a:r>
              <a:rPr lang="en-US" sz="2400" b="1" dirty="0">
                <a:solidFill>
                  <a:schemeClr val="dk1"/>
                </a:solidFill>
                <a:latin typeface="Times New Roman"/>
                <a:ea typeface="Times New Roman"/>
                <a:cs typeface="Times New Roman"/>
                <a:sym typeface="Times New Roman"/>
              </a:rPr>
              <a:t>FRANCE</a:t>
            </a:r>
            <a:r>
              <a:rPr lang="en-US" sz="2400" dirty="0">
                <a:solidFill>
                  <a:schemeClr val="dk1"/>
                </a:solidFill>
                <a:latin typeface="Times New Roman"/>
                <a:ea typeface="Times New Roman"/>
                <a:cs typeface="Times New Roman"/>
                <a:sym typeface="Times New Roman"/>
              </a:rPr>
              <a:t> is written as </a:t>
            </a:r>
            <a:r>
              <a:rPr lang="en-US" sz="2400" b="1" dirty="0">
                <a:solidFill>
                  <a:schemeClr val="dk1"/>
                </a:solidFill>
                <a:latin typeface="Times New Roman"/>
                <a:ea typeface="Times New Roman"/>
                <a:cs typeface="Times New Roman"/>
                <a:sym typeface="Times New Roman"/>
              </a:rPr>
              <a:t>785291</a:t>
            </a:r>
            <a:r>
              <a:rPr lang="en-US" sz="2400" dirty="0">
                <a:solidFill>
                  <a:schemeClr val="dk1"/>
                </a:solidFill>
                <a:latin typeface="Times New Roman"/>
                <a:ea typeface="Times New Roman"/>
                <a:cs typeface="Times New Roman"/>
                <a:sym typeface="Times New Roman"/>
              </a:rPr>
              <a:t>, how is </a:t>
            </a:r>
            <a:r>
              <a:rPr lang="en-US" sz="2400" b="1" dirty="0">
                <a:solidFill>
                  <a:schemeClr val="dk1"/>
                </a:solidFill>
                <a:latin typeface="Times New Roman"/>
                <a:ea typeface="Times New Roman"/>
                <a:cs typeface="Times New Roman"/>
                <a:sym typeface="Times New Roman"/>
              </a:rPr>
              <a:t>GREECE</a:t>
            </a:r>
            <a:r>
              <a:rPr lang="en-US" sz="2400" dirty="0">
                <a:solidFill>
                  <a:schemeClr val="dk1"/>
                </a:solidFill>
                <a:latin typeface="Times New Roman"/>
                <a:ea typeface="Times New Roman"/>
                <a:cs typeface="Times New Roman"/>
                <a:sym typeface="Times New Roman"/>
              </a:rPr>
              <a:t> coded?</a:t>
            </a:r>
            <a:endParaRPr sz="2400" dirty="0">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117186</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381191</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131871</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112235</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0"/>
          <p:cNvSpPr txBox="1"/>
          <p:nvPr/>
        </p:nvSpPr>
        <p:spPr>
          <a:xfrm>
            <a:off x="393895" y="1026942"/>
            <a:ext cx="10877241" cy="397027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Question 7: In a certain code, if </a:t>
            </a:r>
            <a:r>
              <a:rPr lang="en-US" sz="2400" b="1" dirty="0">
                <a:solidFill>
                  <a:schemeClr val="dk1"/>
                </a:solidFill>
                <a:latin typeface="Times New Roman"/>
                <a:ea typeface="Times New Roman"/>
                <a:cs typeface="Times New Roman"/>
                <a:sym typeface="Times New Roman"/>
              </a:rPr>
              <a:t>LOGIC</a:t>
            </a:r>
            <a:r>
              <a:rPr lang="en-US" sz="2400" dirty="0">
                <a:solidFill>
                  <a:schemeClr val="dk1"/>
                </a:solidFill>
                <a:latin typeface="Times New Roman"/>
                <a:ea typeface="Times New Roman"/>
                <a:cs typeface="Times New Roman"/>
                <a:sym typeface="Times New Roman"/>
              </a:rPr>
              <a:t> is coded as </a:t>
            </a:r>
            <a:r>
              <a:rPr lang="en-US" sz="2400" b="1" dirty="0">
                <a:solidFill>
                  <a:schemeClr val="dk1"/>
                </a:solidFill>
                <a:latin typeface="Times New Roman"/>
                <a:ea typeface="Times New Roman"/>
                <a:cs typeface="Times New Roman"/>
                <a:sym typeface="Times New Roman"/>
              </a:rPr>
              <a:t>1512201824</a:t>
            </a:r>
            <a:r>
              <a:rPr lang="en-US" sz="2400" dirty="0">
                <a:solidFill>
                  <a:schemeClr val="dk1"/>
                </a:solidFill>
                <a:latin typeface="Times New Roman"/>
                <a:ea typeface="Times New Roman"/>
                <a:cs typeface="Times New Roman"/>
                <a:sym typeface="Times New Roman"/>
              </a:rPr>
              <a:t>, how is </a:t>
            </a:r>
            <a:r>
              <a:rPr lang="en-US" sz="2400" b="1" dirty="0">
                <a:solidFill>
                  <a:schemeClr val="dk1"/>
                </a:solidFill>
                <a:latin typeface="Times New Roman"/>
                <a:ea typeface="Times New Roman"/>
                <a:cs typeface="Times New Roman"/>
                <a:sym typeface="Times New Roman"/>
              </a:rPr>
              <a:t>PEARL</a:t>
            </a:r>
            <a:r>
              <a:rPr lang="en-US" sz="2400" dirty="0">
                <a:solidFill>
                  <a:schemeClr val="dk1"/>
                </a:solidFill>
                <a:latin typeface="Times New Roman"/>
                <a:ea typeface="Times New Roman"/>
                <a:cs typeface="Times New Roman"/>
                <a:sym typeface="Times New Roman"/>
              </a:rPr>
              <a:t> coded as?</a:t>
            </a:r>
            <a:endParaRPr sz="2400" dirty="0">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112226915</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113331596</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112226710</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113336734</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1"/>
          <p:cNvSpPr txBox="1"/>
          <p:nvPr/>
        </p:nvSpPr>
        <p:spPr>
          <a:xfrm>
            <a:off x="407962" y="1026942"/>
            <a:ext cx="10863173" cy="360094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Question 8: If </a:t>
            </a:r>
            <a:r>
              <a:rPr lang="en-US" sz="2400" b="1" dirty="0">
                <a:solidFill>
                  <a:schemeClr val="dk1"/>
                </a:solidFill>
                <a:latin typeface="Times New Roman"/>
                <a:ea typeface="Times New Roman"/>
                <a:cs typeface="Times New Roman"/>
                <a:sym typeface="Times New Roman"/>
              </a:rPr>
              <a:t>APPLE</a:t>
            </a:r>
            <a:r>
              <a:rPr lang="en-US" sz="2400" dirty="0">
                <a:solidFill>
                  <a:schemeClr val="dk1"/>
                </a:solidFill>
                <a:latin typeface="Times New Roman"/>
                <a:ea typeface="Times New Roman"/>
                <a:cs typeface="Times New Roman"/>
                <a:sym typeface="Times New Roman"/>
              </a:rPr>
              <a:t> is written as </a:t>
            </a:r>
            <a:r>
              <a:rPr lang="en-US" sz="2400" b="1" dirty="0">
                <a:solidFill>
                  <a:schemeClr val="dk1"/>
                </a:solidFill>
                <a:latin typeface="Times New Roman"/>
                <a:ea typeface="Times New Roman"/>
                <a:cs typeface="Times New Roman"/>
                <a:sym typeface="Times New Roman"/>
              </a:rPr>
              <a:t>24991320</a:t>
            </a:r>
            <a:r>
              <a:rPr lang="en-US" sz="2400" dirty="0">
                <a:solidFill>
                  <a:schemeClr val="dk1"/>
                </a:solidFill>
                <a:latin typeface="Times New Roman"/>
                <a:ea typeface="Times New Roman"/>
                <a:cs typeface="Times New Roman"/>
                <a:sym typeface="Times New Roman"/>
              </a:rPr>
              <a:t>, how is </a:t>
            </a:r>
            <a:r>
              <a:rPr lang="en-US" sz="2400" b="1" dirty="0">
                <a:solidFill>
                  <a:schemeClr val="dk1"/>
                </a:solidFill>
                <a:latin typeface="Times New Roman"/>
                <a:ea typeface="Times New Roman"/>
                <a:cs typeface="Times New Roman"/>
                <a:sym typeface="Times New Roman"/>
              </a:rPr>
              <a:t>LOVELY</a:t>
            </a:r>
            <a:r>
              <a:rPr lang="en-US" sz="2400" dirty="0">
                <a:solidFill>
                  <a:schemeClr val="dk1"/>
                </a:solidFill>
                <a:latin typeface="Times New Roman"/>
                <a:ea typeface="Times New Roman"/>
                <a:cs typeface="Times New Roman"/>
                <a:sym typeface="Times New Roman"/>
              </a:rPr>
              <a:t> coded as?</a:t>
            </a:r>
            <a:endParaRPr sz="2400" dirty="0">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13101310130</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1310320130</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13101350140</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13101340120</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2"/>
          <p:cNvSpPr txBox="1"/>
          <p:nvPr/>
        </p:nvSpPr>
        <p:spPr>
          <a:xfrm>
            <a:off x="393895" y="858128"/>
            <a:ext cx="10877241" cy="360094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Question 9: If </a:t>
            </a:r>
            <a:r>
              <a:rPr lang="en-US" sz="2400" b="1" dirty="0">
                <a:solidFill>
                  <a:schemeClr val="dk1"/>
                </a:solidFill>
                <a:latin typeface="Times New Roman"/>
                <a:ea typeface="Times New Roman"/>
                <a:cs typeface="Times New Roman"/>
                <a:sym typeface="Times New Roman"/>
              </a:rPr>
              <a:t>Z = 52 </a:t>
            </a:r>
            <a:r>
              <a:rPr lang="en-US" sz="2400" dirty="0">
                <a:solidFill>
                  <a:schemeClr val="dk1"/>
                </a:solidFill>
                <a:latin typeface="Times New Roman"/>
                <a:ea typeface="Times New Roman"/>
                <a:cs typeface="Times New Roman"/>
                <a:sym typeface="Times New Roman"/>
              </a:rPr>
              <a:t>and </a:t>
            </a:r>
            <a:r>
              <a:rPr lang="en-US" sz="2400" b="1" dirty="0">
                <a:solidFill>
                  <a:schemeClr val="dk1"/>
                </a:solidFill>
                <a:latin typeface="Times New Roman"/>
                <a:ea typeface="Times New Roman"/>
                <a:cs typeface="Times New Roman"/>
                <a:sym typeface="Times New Roman"/>
              </a:rPr>
              <a:t>ACT = 48</a:t>
            </a:r>
            <a:r>
              <a:rPr lang="en-US" sz="2400" dirty="0">
                <a:solidFill>
                  <a:schemeClr val="dk1"/>
                </a:solidFill>
                <a:latin typeface="Times New Roman"/>
                <a:ea typeface="Times New Roman"/>
                <a:cs typeface="Times New Roman"/>
                <a:sym typeface="Times New Roman"/>
              </a:rPr>
              <a:t>, then </a:t>
            </a:r>
            <a:r>
              <a:rPr lang="en-US" sz="2400" b="1" dirty="0">
                <a:solidFill>
                  <a:schemeClr val="dk1"/>
                </a:solidFill>
                <a:latin typeface="Times New Roman"/>
                <a:ea typeface="Times New Roman"/>
                <a:cs typeface="Times New Roman"/>
                <a:sym typeface="Times New Roman"/>
              </a:rPr>
              <a:t>BAT</a:t>
            </a:r>
            <a:r>
              <a:rPr lang="en-US" sz="2400" dirty="0">
                <a:solidFill>
                  <a:schemeClr val="dk1"/>
                </a:solidFill>
                <a:latin typeface="Times New Roman"/>
                <a:ea typeface="Times New Roman"/>
                <a:cs typeface="Times New Roman"/>
                <a:sym typeface="Times New Roman"/>
              </a:rPr>
              <a:t> will be equal to:</a:t>
            </a:r>
            <a:endParaRPr sz="2400" dirty="0">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39</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41</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44</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46</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3"/>
          <p:cNvSpPr txBox="1"/>
          <p:nvPr/>
        </p:nvSpPr>
        <p:spPr>
          <a:xfrm>
            <a:off x="351692" y="858128"/>
            <a:ext cx="10875198" cy="360094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Question 10: If </a:t>
            </a:r>
            <a:r>
              <a:rPr lang="en-US" sz="2400" b="1" dirty="0">
                <a:solidFill>
                  <a:schemeClr val="dk1"/>
                </a:solidFill>
                <a:latin typeface="Times New Roman"/>
                <a:ea typeface="Times New Roman"/>
                <a:cs typeface="Times New Roman"/>
                <a:sym typeface="Times New Roman"/>
              </a:rPr>
              <a:t>LUXOR</a:t>
            </a:r>
            <a:r>
              <a:rPr lang="en-US" sz="2400" dirty="0">
                <a:solidFill>
                  <a:schemeClr val="dk1"/>
                </a:solidFill>
                <a:latin typeface="Times New Roman"/>
                <a:ea typeface="Times New Roman"/>
                <a:cs typeface="Times New Roman"/>
                <a:sym typeface="Times New Roman"/>
              </a:rPr>
              <a:t> is coded as </a:t>
            </a:r>
            <a:r>
              <a:rPr lang="en-US" sz="2400" b="1" dirty="0">
                <a:solidFill>
                  <a:schemeClr val="dk1"/>
                </a:solidFill>
                <a:latin typeface="Times New Roman"/>
                <a:ea typeface="Times New Roman"/>
                <a:cs typeface="Times New Roman"/>
                <a:sym typeface="Times New Roman"/>
              </a:rPr>
              <a:t>30</a:t>
            </a:r>
            <a:r>
              <a:rPr lang="en-US" sz="2400" dirty="0">
                <a:solidFill>
                  <a:schemeClr val="dk1"/>
                </a:solidFill>
                <a:latin typeface="Times New Roman"/>
                <a:ea typeface="Times New Roman"/>
                <a:cs typeface="Times New Roman"/>
                <a:sym typeface="Times New Roman"/>
              </a:rPr>
              <a:t>, then </a:t>
            </a:r>
            <a:r>
              <a:rPr lang="en-US" sz="2400" b="1" dirty="0">
                <a:solidFill>
                  <a:schemeClr val="dk1"/>
                </a:solidFill>
                <a:latin typeface="Times New Roman"/>
                <a:ea typeface="Times New Roman"/>
                <a:cs typeface="Times New Roman"/>
                <a:sym typeface="Times New Roman"/>
              </a:rPr>
              <a:t>GUILDS</a:t>
            </a:r>
            <a:r>
              <a:rPr lang="en-US" sz="2400" dirty="0">
                <a:solidFill>
                  <a:schemeClr val="dk1"/>
                </a:solidFill>
                <a:latin typeface="Times New Roman"/>
                <a:ea typeface="Times New Roman"/>
                <a:cs typeface="Times New Roman"/>
                <a:sym typeface="Times New Roman"/>
              </a:rPr>
              <a:t> will be coded as? </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48</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32</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24</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46</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4"/>
          <p:cNvSpPr txBox="1"/>
          <p:nvPr/>
        </p:nvSpPr>
        <p:spPr>
          <a:xfrm>
            <a:off x="351692" y="970670"/>
            <a:ext cx="10875198" cy="323161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Question 11: In a certain language ‘</a:t>
            </a:r>
            <a:r>
              <a:rPr lang="en-US" sz="2400" b="1" dirty="0">
                <a:solidFill>
                  <a:schemeClr val="dk1"/>
                </a:solidFill>
                <a:latin typeface="Times New Roman"/>
                <a:ea typeface="Times New Roman"/>
                <a:cs typeface="Times New Roman"/>
                <a:sym typeface="Times New Roman"/>
              </a:rPr>
              <a:t>GUST</a:t>
            </a:r>
            <a:r>
              <a:rPr lang="en-US" sz="2400" dirty="0">
                <a:solidFill>
                  <a:schemeClr val="dk1"/>
                </a:solidFill>
                <a:latin typeface="Times New Roman"/>
                <a:ea typeface="Times New Roman"/>
                <a:cs typeface="Times New Roman"/>
                <a:sym typeface="Times New Roman"/>
              </a:rPr>
              <a:t>’ is coded ‘</a:t>
            </a:r>
            <a:r>
              <a:rPr lang="en-US" sz="2400" b="1" dirty="0">
                <a:solidFill>
                  <a:schemeClr val="dk1"/>
                </a:solidFill>
                <a:latin typeface="Times New Roman"/>
                <a:ea typeface="Times New Roman"/>
                <a:cs typeface="Times New Roman"/>
                <a:sym typeface="Times New Roman"/>
              </a:rPr>
              <a:t>@7$2</a:t>
            </a:r>
            <a:r>
              <a:rPr lang="en-US" sz="2400" dirty="0">
                <a:solidFill>
                  <a:schemeClr val="dk1"/>
                </a:solidFill>
                <a:latin typeface="Times New Roman"/>
                <a:ea typeface="Times New Roman"/>
                <a:cs typeface="Times New Roman"/>
                <a:sym typeface="Times New Roman"/>
              </a:rPr>
              <a:t>’ and ‘</a:t>
            </a:r>
            <a:r>
              <a:rPr lang="en-US" sz="2400" b="1" dirty="0">
                <a:solidFill>
                  <a:schemeClr val="dk1"/>
                </a:solidFill>
                <a:latin typeface="Times New Roman"/>
                <a:ea typeface="Times New Roman"/>
                <a:cs typeface="Times New Roman"/>
                <a:sym typeface="Times New Roman"/>
              </a:rPr>
              <a:t>SNIP</a:t>
            </a:r>
            <a:r>
              <a:rPr lang="en-US" sz="2400" dirty="0">
                <a:solidFill>
                  <a:schemeClr val="dk1"/>
                </a:solidFill>
                <a:latin typeface="Times New Roman"/>
                <a:ea typeface="Times New Roman"/>
                <a:cs typeface="Times New Roman"/>
                <a:sym typeface="Times New Roman"/>
              </a:rPr>
              <a:t>’ is coded ‘</a:t>
            </a:r>
            <a:r>
              <a:rPr lang="en-US" sz="2400" b="1" dirty="0">
                <a:solidFill>
                  <a:schemeClr val="dk1"/>
                </a:solidFill>
                <a:latin typeface="Times New Roman"/>
                <a:ea typeface="Times New Roman"/>
                <a:cs typeface="Times New Roman"/>
                <a:sym typeface="Times New Roman"/>
              </a:rPr>
              <a:t>$59#</a:t>
            </a:r>
            <a:r>
              <a:rPr lang="en-US" sz="2400" dirty="0">
                <a:solidFill>
                  <a:schemeClr val="dk1"/>
                </a:solidFill>
                <a:latin typeface="Times New Roman"/>
                <a:ea typeface="Times New Roman"/>
                <a:cs typeface="Times New Roman"/>
                <a:sym typeface="Times New Roman"/>
              </a:rPr>
              <a:t>’. How will ‘</a:t>
            </a:r>
            <a:r>
              <a:rPr lang="en-US" sz="2400" b="1" dirty="0">
                <a:solidFill>
                  <a:schemeClr val="dk1"/>
                </a:solidFill>
                <a:latin typeface="Times New Roman"/>
                <a:ea typeface="Times New Roman"/>
                <a:cs typeface="Times New Roman"/>
                <a:sym typeface="Times New Roman"/>
              </a:rPr>
              <a:t>SING</a:t>
            </a:r>
            <a:r>
              <a:rPr lang="en-US" sz="2400" dirty="0">
                <a:solidFill>
                  <a:schemeClr val="dk1"/>
                </a:solidFill>
                <a:latin typeface="Times New Roman"/>
                <a:ea typeface="Times New Roman"/>
                <a:cs typeface="Times New Roman"/>
                <a:sym typeface="Times New Roman"/>
              </a:rPr>
              <a:t>’ be coded in the same code? </a:t>
            </a:r>
            <a:endParaRPr sz="2400" dirty="0">
              <a:latin typeface="Times New Roman"/>
              <a:ea typeface="Times New Roman"/>
              <a:cs typeface="Times New Roman"/>
              <a:sym typeface="Times New Roman"/>
            </a:endParaRPr>
          </a:p>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A. 9$7# </a:t>
            </a:r>
            <a:endParaRPr sz="2400" dirty="0">
              <a:latin typeface="Times New Roman"/>
              <a:ea typeface="Times New Roman"/>
              <a:cs typeface="Times New Roman"/>
              <a:sym typeface="Times New Roman"/>
            </a:endParaRPr>
          </a:p>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B. 59#$ </a:t>
            </a:r>
            <a:endParaRPr sz="2400" dirty="0">
              <a:latin typeface="Times New Roman"/>
              <a:ea typeface="Times New Roman"/>
              <a:cs typeface="Times New Roman"/>
              <a:sym typeface="Times New Roman"/>
            </a:endParaRPr>
          </a:p>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C. $95@ </a:t>
            </a:r>
            <a:endParaRPr sz="2400" dirty="0">
              <a:latin typeface="Times New Roman"/>
              <a:ea typeface="Times New Roman"/>
              <a:cs typeface="Times New Roman"/>
              <a:sym typeface="Times New Roman"/>
            </a:endParaRPr>
          </a:p>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D. 7$@9 </a:t>
            </a:r>
            <a:endParaRPr sz="2400" dirty="0">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5"/>
          <p:cNvSpPr txBox="1"/>
          <p:nvPr/>
        </p:nvSpPr>
        <p:spPr>
          <a:xfrm>
            <a:off x="490888" y="1212787"/>
            <a:ext cx="10876500" cy="5633700"/>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2400">
                <a:solidFill>
                  <a:schemeClr val="dk1"/>
                </a:solidFill>
                <a:latin typeface="Times New Roman"/>
                <a:ea typeface="Times New Roman"/>
                <a:cs typeface="Times New Roman"/>
                <a:sym typeface="Times New Roman"/>
              </a:rPr>
              <a:t>Question 12: If      </a:t>
            </a:r>
            <a:r>
              <a:rPr lang="en-US" sz="2400" b="1">
                <a:solidFill>
                  <a:schemeClr val="dk1"/>
                </a:solidFill>
                <a:latin typeface="Times New Roman"/>
                <a:ea typeface="Times New Roman"/>
                <a:cs typeface="Times New Roman"/>
                <a:sym typeface="Times New Roman"/>
              </a:rPr>
              <a:t>tee   see   pee  </a:t>
            </a:r>
            <a:r>
              <a:rPr lang="en-US" sz="2400">
                <a:solidFill>
                  <a:schemeClr val="dk1"/>
                </a:solidFill>
                <a:latin typeface="Times New Roman"/>
                <a:ea typeface="Times New Roman"/>
                <a:cs typeface="Times New Roman"/>
                <a:sym typeface="Times New Roman"/>
              </a:rPr>
              <a:t>means  </a:t>
            </a:r>
            <a:r>
              <a:rPr lang="en-US" sz="2400" b="1">
                <a:solidFill>
                  <a:schemeClr val="dk1"/>
                </a:solidFill>
                <a:latin typeface="Times New Roman"/>
                <a:ea typeface="Times New Roman"/>
                <a:cs typeface="Times New Roman"/>
                <a:sym typeface="Times New Roman"/>
              </a:rPr>
              <a:t>drink   fruit   juice</a:t>
            </a:r>
            <a:r>
              <a:rPr lang="en-US" sz="2400">
                <a:solidFill>
                  <a:schemeClr val="dk1"/>
                </a:solidFill>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marL="0" marR="0" lvl="0" indent="0" algn="l" rtl="0">
              <a:lnSpc>
                <a:spcPct val="200000"/>
              </a:lnSpc>
              <a:spcBef>
                <a:spcPts val="0"/>
              </a:spcBef>
              <a:spcAft>
                <a:spcPts val="0"/>
              </a:spcAft>
              <a:buNone/>
            </a:pPr>
            <a:r>
              <a:rPr lang="en-US" sz="2400">
                <a:solidFill>
                  <a:schemeClr val="dk1"/>
                </a:solidFill>
                <a:latin typeface="Times New Roman"/>
                <a:ea typeface="Times New Roman"/>
                <a:cs typeface="Times New Roman"/>
                <a:sym typeface="Times New Roman"/>
              </a:rPr>
              <a:t>                         	 </a:t>
            </a:r>
            <a:r>
              <a:rPr lang="en-US" sz="2400" b="1">
                <a:solidFill>
                  <a:schemeClr val="dk1"/>
                </a:solidFill>
                <a:latin typeface="Times New Roman"/>
                <a:ea typeface="Times New Roman"/>
                <a:cs typeface="Times New Roman"/>
                <a:sym typeface="Times New Roman"/>
              </a:rPr>
              <a:t>see   kee   lee  </a:t>
            </a:r>
            <a:r>
              <a:rPr lang="en-US" sz="2400">
                <a:solidFill>
                  <a:schemeClr val="dk1"/>
                </a:solidFill>
                <a:latin typeface="Times New Roman"/>
                <a:ea typeface="Times New Roman"/>
                <a:cs typeface="Times New Roman"/>
                <a:sym typeface="Times New Roman"/>
              </a:rPr>
              <a:t>means   </a:t>
            </a:r>
            <a:r>
              <a:rPr lang="en-US" sz="2400" b="1">
                <a:solidFill>
                  <a:schemeClr val="dk1"/>
                </a:solidFill>
                <a:latin typeface="Times New Roman"/>
                <a:ea typeface="Times New Roman"/>
                <a:cs typeface="Times New Roman"/>
                <a:sym typeface="Times New Roman"/>
              </a:rPr>
              <a:t>juice     is      sweet</a:t>
            </a:r>
            <a:r>
              <a:rPr lang="en-US" sz="2400">
                <a:solidFill>
                  <a:schemeClr val="dk1"/>
                </a:solidFill>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marL="0" marR="0" lvl="0" indent="0" algn="l" rtl="0">
              <a:lnSpc>
                <a:spcPct val="200000"/>
              </a:lnSpc>
              <a:spcBef>
                <a:spcPts val="0"/>
              </a:spcBef>
              <a:spcAft>
                <a:spcPts val="0"/>
              </a:spcAft>
              <a:buNone/>
            </a:pPr>
            <a:r>
              <a:rPr lang="en-US" sz="2400">
                <a:solidFill>
                  <a:schemeClr val="dk1"/>
                </a:solidFill>
                <a:latin typeface="Times New Roman"/>
                <a:ea typeface="Times New Roman"/>
                <a:cs typeface="Times New Roman"/>
                <a:sym typeface="Times New Roman"/>
              </a:rPr>
              <a:t>	           		 </a:t>
            </a:r>
            <a:r>
              <a:rPr lang="en-US" sz="2400" b="1">
                <a:solidFill>
                  <a:schemeClr val="dk1"/>
                </a:solidFill>
                <a:latin typeface="Times New Roman"/>
                <a:ea typeface="Times New Roman"/>
                <a:cs typeface="Times New Roman"/>
                <a:sym typeface="Times New Roman"/>
              </a:rPr>
              <a:t>lee   ree   mee  </a:t>
            </a:r>
            <a:r>
              <a:rPr lang="en-US" sz="2400">
                <a:solidFill>
                  <a:schemeClr val="dk1"/>
                </a:solidFill>
                <a:latin typeface="Times New Roman"/>
                <a:ea typeface="Times New Roman"/>
                <a:cs typeface="Times New Roman"/>
                <a:sym typeface="Times New Roman"/>
              </a:rPr>
              <a:t>means    </a:t>
            </a:r>
            <a:r>
              <a:rPr lang="en-US" sz="2400" b="1">
                <a:solidFill>
                  <a:schemeClr val="dk1"/>
                </a:solidFill>
                <a:latin typeface="Times New Roman"/>
                <a:ea typeface="Times New Roman"/>
                <a:cs typeface="Times New Roman"/>
                <a:sym typeface="Times New Roman"/>
              </a:rPr>
              <a:t>he         is      intelligent</a:t>
            </a:r>
            <a:r>
              <a:rPr lang="en-US" sz="2400">
                <a:solidFill>
                  <a:schemeClr val="dk1"/>
                </a:solidFill>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marL="0" marR="0" lvl="0" indent="0" algn="just"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marL="0" marR="0" lvl="0" indent="0" algn="just" rtl="0">
              <a:spcBef>
                <a:spcPts val="0"/>
              </a:spcBef>
              <a:spcAft>
                <a:spcPts val="0"/>
              </a:spcAft>
              <a:buNone/>
            </a:pPr>
            <a:r>
              <a:rPr lang="en-US" sz="2400">
                <a:solidFill>
                  <a:schemeClr val="dk1"/>
                </a:solidFill>
                <a:latin typeface="Times New Roman"/>
                <a:ea typeface="Times New Roman"/>
                <a:cs typeface="Times New Roman"/>
                <a:sym typeface="Times New Roman"/>
              </a:rPr>
              <a:t>then which word means </a:t>
            </a:r>
            <a:r>
              <a:rPr lang="en-US" sz="2400" b="1">
                <a:solidFill>
                  <a:schemeClr val="dk1"/>
                </a:solidFill>
                <a:latin typeface="Times New Roman"/>
                <a:ea typeface="Times New Roman"/>
                <a:cs typeface="Times New Roman"/>
                <a:sym typeface="Times New Roman"/>
              </a:rPr>
              <a:t>sweet</a:t>
            </a:r>
            <a:r>
              <a:rPr lang="en-US" sz="2400">
                <a:solidFill>
                  <a:schemeClr val="dk1"/>
                </a:solidFill>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[A] see</a:t>
            </a:r>
            <a:endParaRPr sz="240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[B] pee</a:t>
            </a:r>
            <a:endParaRPr sz="240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[C] kee</a:t>
            </a:r>
            <a:endParaRPr sz="240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[D] tee</a:t>
            </a:r>
            <a:endParaRPr sz="240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8" name="Google Shape;178;p15"/>
          <p:cNvSpPr txBox="1"/>
          <p:nvPr/>
        </p:nvSpPr>
        <p:spPr>
          <a:xfrm>
            <a:off x="490888" y="647113"/>
            <a:ext cx="8643487"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dirty="0">
                <a:solidFill>
                  <a:schemeClr val="dk1"/>
                </a:solidFill>
                <a:latin typeface="Calibri"/>
                <a:ea typeface="Calibri"/>
                <a:cs typeface="Calibri"/>
                <a:sym typeface="Calibri"/>
              </a:rPr>
              <a:t>Mixed Coding: </a:t>
            </a:r>
            <a:endParaRPr sz="4000" dirty="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6"/>
          <p:cNvSpPr txBox="1"/>
          <p:nvPr/>
        </p:nvSpPr>
        <p:spPr>
          <a:xfrm>
            <a:off x="309489" y="464234"/>
            <a:ext cx="10913520" cy="6001603"/>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2400" dirty="0">
                <a:solidFill>
                  <a:schemeClr val="dk1"/>
                </a:solidFill>
                <a:latin typeface="Times New Roman"/>
                <a:ea typeface="Times New Roman"/>
                <a:cs typeface="Times New Roman"/>
                <a:sym typeface="Times New Roman"/>
              </a:rPr>
              <a:t>Question 13: If in a certain code language, </a:t>
            </a:r>
            <a:endParaRPr sz="2400" dirty="0">
              <a:latin typeface="Times New Roman"/>
              <a:ea typeface="Times New Roman"/>
              <a:cs typeface="Times New Roman"/>
              <a:sym typeface="Times New Roman"/>
            </a:endParaRPr>
          </a:p>
          <a:p>
            <a:pPr marL="0" marR="0" lvl="0" indent="0" algn="l" rtl="0">
              <a:lnSpc>
                <a:spcPct val="200000"/>
              </a:lnSpc>
              <a:spcBef>
                <a:spcPts val="0"/>
              </a:spcBef>
              <a:spcAft>
                <a:spcPts val="0"/>
              </a:spcAft>
              <a:buNone/>
            </a:pPr>
            <a:r>
              <a:rPr lang="en-US" sz="2400" dirty="0">
                <a:solidFill>
                  <a:schemeClr val="dk1"/>
                </a:solidFill>
                <a:latin typeface="Times New Roman"/>
                <a:ea typeface="Times New Roman"/>
                <a:cs typeface="Times New Roman"/>
                <a:sym typeface="Times New Roman"/>
              </a:rPr>
              <a:t>‘</a:t>
            </a:r>
            <a:r>
              <a:rPr lang="en-US" sz="2400" b="1" dirty="0">
                <a:solidFill>
                  <a:schemeClr val="dk1"/>
                </a:solidFill>
                <a:latin typeface="Times New Roman"/>
                <a:ea typeface="Times New Roman"/>
                <a:cs typeface="Times New Roman"/>
                <a:sym typeface="Times New Roman"/>
              </a:rPr>
              <a:t>col    tip  mot</a:t>
            </a:r>
            <a:r>
              <a:rPr lang="en-US" sz="2400" dirty="0">
                <a:solidFill>
                  <a:schemeClr val="dk1"/>
                </a:solidFill>
                <a:latin typeface="Times New Roman"/>
                <a:ea typeface="Times New Roman"/>
                <a:cs typeface="Times New Roman"/>
                <a:sym typeface="Times New Roman"/>
              </a:rPr>
              <a:t>’  means   </a:t>
            </a:r>
            <a:r>
              <a:rPr lang="en-US" sz="2400" b="1" dirty="0">
                <a:solidFill>
                  <a:schemeClr val="dk1"/>
                </a:solidFill>
                <a:latin typeface="Times New Roman"/>
                <a:ea typeface="Times New Roman"/>
                <a:cs typeface="Times New Roman"/>
                <a:sym typeface="Times New Roman"/>
              </a:rPr>
              <a:t>‘singing      is    appreciable</a:t>
            </a:r>
            <a:r>
              <a:rPr lang="en-US" sz="2400" dirty="0">
                <a:solidFill>
                  <a:schemeClr val="dk1"/>
                </a:solidFill>
                <a:latin typeface="Times New Roman"/>
                <a:ea typeface="Times New Roman"/>
                <a:cs typeface="Times New Roman"/>
                <a:sym typeface="Times New Roman"/>
              </a:rPr>
              <a:t>‘,  </a:t>
            </a:r>
            <a:endParaRPr sz="2400" dirty="0">
              <a:latin typeface="Times New Roman"/>
              <a:ea typeface="Times New Roman"/>
              <a:cs typeface="Times New Roman"/>
              <a:sym typeface="Times New Roman"/>
            </a:endParaRPr>
          </a:p>
          <a:p>
            <a:pPr marL="0" marR="0" lvl="0" indent="0" algn="l" rtl="0">
              <a:lnSpc>
                <a:spcPct val="200000"/>
              </a:lnSpc>
              <a:spcBef>
                <a:spcPts val="0"/>
              </a:spcBef>
              <a:spcAft>
                <a:spcPts val="0"/>
              </a:spcAft>
              <a:buNone/>
            </a:pPr>
            <a:r>
              <a:rPr lang="en-US" sz="2400" dirty="0">
                <a:solidFill>
                  <a:schemeClr val="dk1"/>
                </a:solidFill>
                <a:latin typeface="Times New Roman"/>
                <a:ea typeface="Times New Roman"/>
                <a:cs typeface="Times New Roman"/>
                <a:sym typeface="Times New Roman"/>
              </a:rPr>
              <a:t>‘</a:t>
            </a:r>
            <a:r>
              <a:rPr lang="en-US" sz="2400" b="1" dirty="0">
                <a:solidFill>
                  <a:schemeClr val="dk1"/>
                </a:solidFill>
                <a:latin typeface="Times New Roman"/>
                <a:ea typeface="Times New Roman"/>
                <a:cs typeface="Times New Roman"/>
                <a:sym typeface="Times New Roman"/>
              </a:rPr>
              <a:t>mot  </a:t>
            </a:r>
            <a:r>
              <a:rPr lang="en-US" sz="2400" b="1" dirty="0" err="1">
                <a:solidFill>
                  <a:schemeClr val="dk1"/>
                </a:solidFill>
                <a:latin typeface="Times New Roman"/>
                <a:ea typeface="Times New Roman"/>
                <a:cs typeface="Times New Roman"/>
                <a:sym typeface="Times New Roman"/>
              </a:rPr>
              <a:t>baj</a:t>
            </a:r>
            <a:r>
              <a:rPr lang="en-US" sz="2400" b="1" dirty="0">
                <a:solidFill>
                  <a:schemeClr val="dk1"/>
                </a:solidFill>
                <a:latin typeface="Times New Roman"/>
                <a:ea typeface="Times New Roman"/>
                <a:cs typeface="Times New Roman"/>
                <a:sym typeface="Times New Roman"/>
              </a:rPr>
              <a:t>  min</a:t>
            </a:r>
            <a:r>
              <a:rPr lang="en-US" sz="2400" dirty="0">
                <a:solidFill>
                  <a:schemeClr val="dk1"/>
                </a:solidFill>
                <a:latin typeface="Times New Roman"/>
                <a:ea typeface="Times New Roman"/>
                <a:cs typeface="Times New Roman"/>
                <a:sym typeface="Times New Roman"/>
              </a:rPr>
              <a:t>‘  means   </a:t>
            </a:r>
            <a:r>
              <a:rPr lang="en-US" sz="2400" b="1" dirty="0">
                <a:solidFill>
                  <a:schemeClr val="dk1"/>
                </a:solidFill>
                <a:latin typeface="Times New Roman"/>
                <a:ea typeface="Times New Roman"/>
                <a:cs typeface="Times New Roman"/>
                <a:sym typeface="Times New Roman"/>
              </a:rPr>
              <a:t>‘dancing     is      good</a:t>
            </a:r>
            <a:r>
              <a:rPr lang="en-US" sz="2400" dirty="0">
                <a:solidFill>
                  <a:schemeClr val="dk1"/>
                </a:solidFill>
                <a:latin typeface="Times New Roman"/>
                <a:ea typeface="Times New Roman"/>
                <a:cs typeface="Times New Roman"/>
                <a:sym typeface="Times New Roman"/>
              </a:rPr>
              <a:t>'  </a:t>
            </a:r>
            <a:endParaRPr sz="2400" dirty="0">
              <a:latin typeface="Times New Roman"/>
              <a:ea typeface="Times New Roman"/>
              <a:cs typeface="Times New Roman"/>
              <a:sym typeface="Times New Roman"/>
            </a:endParaRPr>
          </a:p>
          <a:p>
            <a:pPr marL="0" marR="0" lvl="0" indent="0" algn="l" rtl="0">
              <a:lnSpc>
                <a:spcPct val="200000"/>
              </a:lnSpc>
              <a:spcBef>
                <a:spcPts val="0"/>
              </a:spcBef>
              <a:spcAft>
                <a:spcPts val="0"/>
              </a:spcAft>
              <a:buNone/>
            </a:pPr>
            <a:r>
              <a:rPr lang="en-US" sz="2400" dirty="0">
                <a:solidFill>
                  <a:schemeClr val="dk1"/>
                </a:solidFill>
                <a:latin typeface="Times New Roman"/>
                <a:ea typeface="Times New Roman"/>
                <a:cs typeface="Times New Roman"/>
                <a:sym typeface="Times New Roman"/>
              </a:rPr>
              <a:t>‘</a:t>
            </a:r>
            <a:r>
              <a:rPr lang="en-US" sz="2400" b="1" dirty="0">
                <a:solidFill>
                  <a:schemeClr val="dk1"/>
                </a:solidFill>
                <a:latin typeface="Times New Roman"/>
                <a:ea typeface="Times New Roman"/>
                <a:cs typeface="Times New Roman"/>
                <a:sym typeface="Times New Roman"/>
              </a:rPr>
              <a:t>tip    </a:t>
            </a:r>
            <a:r>
              <a:rPr lang="en-US" sz="2400" b="1" dirty="0" err="1">
                <a:solidFill>
                  <a:schemeClr val="dk1"/>
                </a:solidFill>
                <a:latin typeface="Times New Roman"/>
                <a:ea typeface="Times New Roman"/>
                <a:cs typeface="Times New Roman"/>
                <a:sym typeface="Times New Roman"/>
              </a:rPr>
              <a:t>nop</a:t>
            </a:r>
            <a:r>
              <a:rPr lang="en-US" sz="2400" b="1" dirty="0">
                <a:solidFill>
                  <a:schemeClr val="dk1"/>
                </a:solidFill>
                <a:latin typeface="Times New Roman"/>
                <a:ea typeface="Times New Roman"/>
                <a:cs typeface="Times New Roman"/>
                <a:sym typeface="Times New Roman"/>
              </a:rPr>
              <a:t>  </a:t>
            </a:r>
            <a:r>
              <a:rPr lang="en-US" sz="2400" b="1" dirty="0" err="1">
                <a:solidFill>
                  <a:schemeClr val="dk1"/>
                </a:solidFill>
                <a:latin typeface="Times New Roman"/>
                <a:ea typeface="Times New Roman"/>
                <a:cs typeface="Times New Roman"/>
                <a:sym typeface="Times New Roman"/>
              </a:rPr>
              <a:t>baj</a:t>
            </a:r>
            <a:r>
              <a:rPr lang="en-US" sz="2400" dirty="0">
                <a:solidFill>
                  <a:schemeClr val="dk1"/>
                </a:solidFill>
                <a:latin typeface="Times New Roman"/>
                <a:ea typeface="Times New Roman"/>
                <a:cs typeface="Times New Roman"/>
                <a:sym typeface="Times New Roman"/>
              </a:rPr>
              <a:t>’  means   </a:t>
            </a:r>
            <a:r>
              <a:rPr lang="en-US" sz="2400" b="1" dirty="0">
                <a:solidFill>
                  <a:schemeClr val="dk1"/>
                </a:solidFill>
                <a:latin typeface="Times New Roman"/>
                <a:ea typeface="Times New Roman"/>
                <a:cs typeface="Times New Roman"/>
                <a:sym typeface="Times New Roman"/>
              </a:rPr>
              <a:t>‘singing      and      dancing</a:t>
            </a:r>
            <a:r>
              <a:rPr lang="en-US" sz="2400" dirty="0">
                <a:solidFill>
                  <a:schemeClr val="dk1"/>
                </a:solidFill>
                <a:latin typeface="Times New Roman"/>
                <a:ea typeface="Times New Roman"/>
                <a:cs typeface="Times New Roman"/>
                <a:sym typeface="Times New Roman"/>
              </a:rPr>
              <a:t>’. </a:t>
            </a:r>
            <a:endParaRPr sz="2400" dirty="0">
              <a:latin typeface="Times New Roman"/>
              <a:ea typeface="Times New Roman"/>
              <a:cs typeface="Times New Roman"/>
              <a:sym typeface="Times New Roman"/>
            </a:endParaRPr>
          </a:p>
          <a:p>
            <a:pPr marL="0" marR="0" lvl="0" indent="0" algn="l" rtl="0">
              <a:lnSpc>
                <a:spcPct val="200000"/>
              </a:lnSpc>
              <a:spcBef>
                <a:spcPts val="0"/>
              </a:spcBef>
              <a:spcAft>
                <a:spcPts val="0"/>
              </a:spcAft>
              <a:buNone/>
            </a:pPr>
            <a:r>
              <a:rPr lang="en-US" sz="2400" dirty="0">
                <a:solidFill>
                  <a:schemeClr val="dk1"/>
                </a:solidFill>
                <a:latin typeface="Times New Roman"/>
                <a:ea typeface="Times New Roman"/>
                <a:cs typeface="Times New Roman"/>
                <a:sym typeface="Times New Roman"/>
              </a:rPr>
              <a:t>Which of the following stands for ‘good' in that language? </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mot</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a:t>
            </a:r>
            <a:r>
              <a:rPr lang="en-US" sz="2400" dirty="0" err="1">
                <a:solidFill>
                  <a:schemeClr val="dk1"/>
                </a:solidFill>
                <a:latin typeface="Times New Roman"/>
                <a:ea typeface="Times New Roman"/>
                <a:cs typeface="Times New Roman"/>
                <a:sym typeface="Times New Roman"/>
              </a:rPr>
              <a:t>baj</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min</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a:t>
            </a:r>
            <a:r>
              <a:rPr lang="en-US" sz="2400" dirty="0" err="1">
                <a:solidFill>
                  <a:schemeClr val="dk1"/>
                </a:solidFill>
                <a:latin typeface="Times New Roman"/>
                <a:ea typeface="Times New Roman"/>
                <a:cs typeface="Times New Roman"/>
                <a:sym typeface="Times New Roman"/>
              </a:rPr>
              <a:t>nop</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7"/>
          <p:cNvSpPr txBox="1"/>
          <p:nvPr/>
        </p:nvSpPr>
        <p:spPr>
          <a:xfrm>
            <a:off x="309489" y="506436"/>
            <a:ext cx="10913520" cy="6555600"/>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2400" dirty="0">
                <a:solidFill>
                  <a:schemeClr val="dk1"/>
                </a:solidFill>
                <a:latin typeface="Times New Roman"/>
                <a:ea typeface="Times New Roman"/>
                <a:cs typeface="Times New Roman"/>
                <a:sym typeface="Times New Roman"/>
              </a:rPr>
              <a:t>Question 14: If in a certain code language, </a:t>
            </a:r>
            <a:endParaRPr sz="2400" dirty="0">
              <a:latin typeface="Times New Roman"/>
              <a:ea typeface="Times New Roman"/>
              <a:cs typeface="Times New Roman"/>
              <a:sym typeface="Times New Roman"/>
            </a:endParaRPr>
          </a:p>
          <a:p>
            <a:pPr marL="0" marR="0" lvl="0" indent="0" algn="l" rtl="0">
              <a:lnSpc>
                <a:spcPct val="200000"/>
              </a:lnSpc>
              <a:spcBef>
                <a:spcPts val="0"/>
              </a:spcBef>
              <a:spcAft>
                <a:spcPts val="0"/>
              </a:spcAft>
              <a:buNone/>
            </a:pPr>
            <a:r>
              <a:rPr lang="en-US" sz="2400" dirty="0">
                <a:solidFill>
                  <a:schemeClr val="dk1"/>
                </a:solidFill>
                <a:latin typeface="Times New Roman"/>
                <a:ea typeface="Times New Roman"/>
                <a:cs typeface="Times New Roman"/>
                <a:sym typeface="Times New Roman"/>
              </a:rPr>
              <a:t>‘</a:t>
            </a:r>
            <a:r>
              <a:rPr lang="en-US" sz="2400" b="1" dirty="0">
                <a:solidFill>
                  <a:schemeClr val="dk1"/>
                </a:solidFill>
                <a:latin typeface="Times New Roman"/>
                <a:ea typeface="Times New Roman"/>
                <a:cs typeface="Times New Roman"/>
                <a:sym typeface="Times New Roman"/>
              </a:rPr>
              <a:t>8  5  1</a:t>
            </a:r>
            <a:r>
              <a:rPr lang="en-US" sz="2400" dirty="0">
                <a:solidFill>
                  <a:schemeClr val="dk1"/>
                </a:solidFill>
                <a:latin typeface="Times New Roman"/>
                <a:ea typeface="Times New Roman"/>
                <a:cs typeface="Times New Roman"/>
                <a:sym typeface="Times New Roman"/>
              </a:rPr>
              <a:t>’  means   </a:t>
            </a:r>
            <a:r>
              <a:rPr lang="en-US" sz="2400" b="1" dirty="0">
                <a:solidFill>
                  <a:schemeClr val="dk1"/>
                </a:solidFill>
                <a:latin typeface="Times New Roman"/>
                <a:ea typeface="Times New Roman"/>
                <a:cs typeface="Times New Roman"/>
                <a:sym typeface="Times New Roman"/>
              </a:rPr>
              <a:t>'good   sweet    fruit</a:t>
            </a:r>
            <a:r>
              <a:rPr lang="en-US" sz="2400" dirty="0">
                <a:solidFill>
                  <a:schemeClr val="dk1"/>
                </a:solidFill>
                <a:latin typeface="Times New Roman"/>
                <a:ea typeface="Times New Roman"/>
                <a:cs typeface="Times New Roman"/>
                <a:sym typeface="Times New Roman"/>
              </a:rPr>
              <a:t>‘,  </a:t>
            </a:r>
            <a:endParaRPr sz="2400" dirty="0">
              <a:latin typeface="Times New Roman"/>
              <a:ea typeface="Times New Roman"/>
              <a:cs typeface="Times New Roman"/>
              <a:sym typeface="Times New Roman"/>
            </a:endParaRPr>
          </a:p>
          <a:p>
            <a:pPr marL="0" marR="0" lvl="0" indent="0" algn="l" rtl="0">
              <a:lnSpc>
                <a:spcPct val="200000"/>
              </a:lnSpc>
              <a:spcBef>
                <a:spcPts val="0"/>
              </a:spcBef>
              <a:spcAft>
                <a:spcPts val="0"/>
              </a:spcAft>
              <a:buNone/>
            </a:pPr>
            <a:r>
              <a:rPr lang="en-US" sz="2400" dirty="0">
                <a:solidFill>
                  <a:schemeClr val="dk1"/>
                </a:solidFill>
                <a:latin typeface="Times New Roman"/>
                <a:ea typeface="Times New Roman"/>
                <a:cs typeface="Times New Roman"/>
                <a:sym typeface="Times New Roman"/>
              </a:rPr>
              <a:t>‘</a:t>
            </a:r>
            <a:r>
              <a:rPr lang="en-US" sz="2400" b="1" dirty="0">
                <a:solidFill>
                  <a:schemeClr val="dk1"/>
                </a:solidFill>
                <a:latin typeface="Times New Roman"/>
                <a:ea typeface="Times New Roman"/>
                <a:cs typeface="Times New Roman"/>
                <a:sym typeface="Times New Roman"/>
              </a:rPr>
              <a:t>7  8  3</a:t>
            </a:r>
            <a:r>
              <a:rPr lang="en-US" sz="2400" dirty="0">
                <a:solidFill>
                  <a:schemeClr val="dk1"/>
                </a:solidFill>
                <a:latin typeface="Times New Roman"/>
                <a:ea typeface="Times New Roman"/>
                <a:cs typeface="Times New Roman"/>
                <a:sym typeface="Times New Roman"/>
              </a:rPr>
              <a:t>‘  means   </a:t>
            </a:r>
            <a:r>
              <a:rPr lang="en-US" sz="2400" b="1" dirty="0">
                <a:solidFill>
                  <a:schemeClr val="dk1"/>
                </a:solidFill>
                <a:latin typeface="Times New Roman"/>
                <a:ea typeface="Times New Roman"/>
                <a:cs typeface="Times New Roman"/>
                <a:sym typeface="Times New Roman"/>
              </a:rPr>
              <a:t>'good     red      rose</a:t>
            </a:r>
            <a:r>
              <a:rPr lang="en-US" sz="2400" dirty="0">
                <a:solidFill>
                  <a:schemeClr val="dk1"/>
                </a:solidFill>
                <a:latin typeface="Times New Roman"/>
                <a:ea typeface="Times New Roman"/>
                <a:cs typeface="Times New Roman"/>
                <a:sym typeface="Times New Roman"/>
              </a:rPr>
              <a:t>'  </a:t>
            </a:r>
            <a:endParaRPr sz="2400" dirty="0">
              <a:latin typeface="Times New Roman"/>
              <a:ea typeface="Times New Roman"/>
              <a:cs typeface="Times New Roman"/>
              <a:sym typeface="Times New Roman"/>
            </a:endParaRPr>
          </a:p>
          <a:p>
            <a:pPr marL="0" marR="0" lvl="0" indent="0" algn="l" rtl="0">
              <a:lnSpc>
                <a:spcPct val="200000"/>
              </a:lnSpc>
              <a:spcBef>
                <a:spcPts val="0"/>
              </a:spcBef>
              <a:spcAft>
                <a:spcPts val="0"/>
              </a:spcAft>
              <a:buNone/>
            </a:pPr>
            <a:r>
              <a:rPr lang="en-US" sz="2400" dirty="0">
                <a:solidFill>
                  <a:schemeClr val="dk1"/>
                </a:solidFill>
                <a:latin typeface="Times New Roman"/>
                <a:ea typeface="Times New Roman"/>
                <a:cs typeface="Times New Roman"/>
                <a:sym typeface="Times New Roman"/>
              </a:rPr>
              <a:t>‘</a:t>
            </a:r>
            <a:r>
              <a:rPr lang="en-US" sz="2400" b="1" dirty="0">
                <a:solidFill>
                  <a:schemeClr val="dk1"/>
                </a:solidFill>
                <a:latin typeface="Times New Roman"/>
                <a:ea typeface="Times New Roman"/>
                <a:cs typeface="Times New Roman"/>
                <a:sym typeface="Times New Roman"/>
              </a:rPr>
              <a:t>3  4  1</a:t>
            </a:r>
            <a:r>
              <a:rPr lang="en-US" sz="2400" dirty="0">
                <a:solidFill>
                  <a:schemeClr val="dk1"/>
                </a:solidFill>
                <a:latin typeface="Times New Roman"/>
                <a:ea typeface="Times New Roman"/>
                <a:cs typeface="Times New Roman"/>
                <a:sym typeface="Times New Roman"/>
              </a:rPr>
              <a:t>’  means   </a:t>
            </a:r>
            <a:r>
              <a:rPr lang="en-US" sz="2400" b="1" dirty="0">
                <a:solidFill>
                  <a:schemeClr val="dk1"/>
                </a:solidFill>
                <a:latin typeface="Times New Roman"/>
                <a:ea typeface="Times New Roman"/>
                <a:cs typeface="Times New Roman"/>
                <a:sym typeface="Times New Roman"/>
              </a:rPr>
              <a:t>'rose      and      fruit</a:t>
            </a:r>
            <a:r>
              <a:rPr lang="en-US" sz="2400" dirty="0">
                <a:solidFill>
                  <a:schemeClr val="dk1"/>
                </a:solidFill>
                <a:latin typeface="Times New Roman"/>
                <a:ea typeface="Times New Roman"/>
                <a:cs typeface="Times New Roman"/>
                <a:sym typeface="Times New Roman"/>
              </a:rPr>
              <a:t>’. </a:t>
            </a:r>
            <a:endParaRPr sz="2400" dirty="0">
              <a:latin typeface="Times New Roman"/>
              <a:ea typeface="Times New Roman"/>
              <a:cs typeface="Times New Roman"/>
              <a:sym typeface="Times New Roman"/>
            </a:endParaRPr>
          </a:p>
          <a:p>
            <a:pPr marL="0" marR="0" lvl="0" indent="0" algn="l" rtl="0">
              <a:lnSpc>
                <a:spcPct val="200000"/>
              </a:lnSpc>
              <a:spcBef>
                <a:spcPts val="0"/>
              </a:spcBef>
              <a:spcAft>
                <a:spcPts val="0"/>
              </a:spcAft>
              <a:buNone/>
            </a:pPr>
            <a:r>
              <a:rPr lang="en-US" sz="2400" dirty="0">
                <a:solidFill>
                  <a:schemeClr val="dk1"/>
                </a:solidFill>
                <a:latin typeface="Times New Roman"/>
                <a:ea typeface="Times New Roman"/>
                <a:cs typeface="Times New Roman"/>
                <a:sym typeface="Times New Roman"/>
              </a:rPr>
              <a:t>Which of the following digits stands for 'sweet' in that language? </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2</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3</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4</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5</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8"/>
          <p:cNvSpPr txBox="1"/>
          <p:nvPr/>
        </p:nvSpPr>
        <p:spPr>
          <a:xfrm>
            <a:off x="309489" y="576774"/>
            <a:ext cx="10913636" cy="5035184"/>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2400" dirty="0">
                <a:solidFill>
                  <a:schemeClr val="dk1"/>
                </a:solidFill>
                <a:latin typeface="Times New Roman"/>
                <a:ea typeface="Times New Roman"/>
                <a:cs typeface="Times New Roman"/>
                <a:sym typeface="Times New Roman"/>
              </a:rPr>
              <a:t>Question 15: In a certain code language,</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‘lavish lifestyle high desires’ is coded as “@16f $36i @9d $16g”</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‘humanity seldom exhibit mercy’ is coded as “@25h #16f @16g $16e”</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‘opinion matters heart felt’ is coded as “#9g $25g %9e $9d”</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‘push yourself achieve goals’ is coded as “&amp;9d $25h $9g %9e”</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 Question :Find the code for “efficient worker”?</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A. $25i %16f          	      		B. $25i $16f  	</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SzPts val="1100"/>
              <a:buNone/>
            </a:pPr>
            <a:r>
              <a:rPr lang="en-US" sz="2400" dirty="0">
                <a:solidFill>
                  <a:schemeClr val="dk1"/>
                </a:solidFill>
                <a:latin typeface="Times New Roman"/>
                <a:ea typeface="Times New Roman"/>
                <a:cs typeface="Times New Roman"/>
                <a:sym typeface="Times New Roman"/>
              </a:rPr>
              <a:t>C. @25i $16f                   		D. $25i #16f </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g3289cbf3d93_0_1"/>
          <p:cNvSpPr txBox="1"/>
          <p:nvPr/>
        </p:nvSpPr>
        <p:spPr>
          <a:xfrm>
            <a:off x="337625" y="604910"/>
            <a:ext cx="10885384" cy="5195228"/>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2400" dirty="0">
                <a:solidFill>
                  <a:schemeClr val="dk1"/>
                </a:solidFill>
                <a:latin typeface="Times New Roman"/>
                <a:ea typeface="Times New Roman"/>
                <a:cs typeface="Times New Roman"/>
                <a:sym typeface="Times New Roman"/>
              </a:rPr>
              <a:t>Question 16: In a certain code language,</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‘lavish lifestyle high desires’ is coded as “@16f $36i @9d $16g”</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‘humanity seldom exhibit mercy’ is coded as “@25h #16f @16g $16e”</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‘opinion matters heart felt’ is coded as “#9g $25g %9e $9d”</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‘push yourself achieve goals’ is coded as “&amp;9d $25h $9g %9e”</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Question : Find the code for “spectacular”?</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A. @49k                           	B. %49g</a:t>
            </a:r>
            <a:endParaRPr sz="2400" dirty="0">
              <a:solidFill>
                <a:schemeClr val="dk1"/>
              </a:solidFill>
              <a:latin typeface="Times New Roman"/>
              <a:ea typeface="Times New Roman"/>
              <a:cs typeface="Times New Roman"/>
              <a:sym typeface="Times New Roman"/>
            </a:endParaRPr>
          </a:p>
          <a:p>
            <a:pPr marL="0" marR="0" lvl="0" indent="0" algn="l" rtl="0">
              <a:lnSpc>
                <a:spcPct val="200000"/>
              </a:lnSpc>
              <a:spcBef>
                <a:spcPts val="1200"/>
              </a:spcBef>
              <a:spcAft>
                <a:spcPts val="0"/>
              </a:spcAft>
              <a:buNone/>
            </a:pPr>
            <a:r>
              <a:rPr lang="en-US" sz="2400" dirty="0">
                <a:solidFill>
                  <a:schemeClr val="dk1"/>
                </a:solidFill>
                <a:latin typeface="Times New Roman"/>
                <a:ea typeface="Times New Roman"/>
                <a:cs typeface="Times New Roman"/>
                <a:sym typeface="Times New Roman"/>
              </a:rPr>
              <a:t>C. @49i                             	D. %49k </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g3289cbf3d93_0_21"/>
          <p:cNvSpPr txBox="1"/>
          <p:nvPr/>
        </p:nvSpPr>
        <p:spPr>
          <a:xfrm>
            <a:off x="309489" y="618978"/>
            <a:ext cx="10913520" cy="5035184"/>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2400" dirty="0">
                <a:solidFill>
                  <a:schemeClr val="dk1"/>
                </a:solidFill>
                <a:latin typeface="Times New Roman"/>
                <a:ea typeface="Times New Roman"/>
                <a:cs typeface="Times New Roman"/>
                <a:sym typeface="Times New Roman"/>
              </a:rPr>
              <a:t>Question 17: In a certain code language,</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‘lavish lifestyle high desires’ is coded as “@16f $36i @9d $16g”</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‘humanity seldom exhibit mercy’ is coded as “@25h #16f @16g $16e”</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‘opinion matters heart felt’ is coded as “#9g $25g %9e $9d”</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‘push yourself achieve goals’ is coded as “&amp;9d $25h $9g %9e”</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 Question : Code – ‘$25h’ stands for which of the following words?</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A. irreversible                 	B. reconciliation</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SzPts val="1100"/>
              <a:buNone/>
            </a:pPr>
            <a:r>
              <a:rPr lang="en-US" sz="2400" dirty="0">
                <a:solidFill>
                  <a:schemeClr val="dk1"/>
                </a:solidFill>
                <a:latin typeface="Times New Roman"/>
                <a:ea typeface="Times New Roman"/>
                <a:cs typeface="Times New Roman"/>
                <a:sym typeface="Times New Roman"/>
              </a:rPr>
              <a:t>C. eminently                   	D. prudence </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g3289cbf3d93_0_16"/>
          <p:cNvSpPr txBox="1"/>
          <p:nvPr/>
        </p:nvSpPr>
        <p:spPr>
          <a:xfrm>
            <a:off x="337625" y="731520"/>
            <a:ext cx="10885384" cy="5035184"/>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2400" dirty="0">
                <a:solidFill>
                  <a:schemeClr val="dk1"/>
                </a:solidFill>
                <a:latin typeface="Times New Roman"/>
                <a:ea typeface="Times New Roman"/>
                <a:cs typeface="Times New Roman"/>
                <a:sym typeface="Times New Roman"/>
              </a:rPr>
              <a:t>Question 18: In a certain code language,</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‘lavish lifestyle high desires’ is coded as “@16f $36i @9d $16g”</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‘humanity seldom exhibit mercy’ is coded as “@25h #16f @16g $16e”</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‘opinion matters heart felt’ is coded as “#9g $25g %9e $9d”</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‘push yourself achieve goals’ is coded as “&amp;9d $25h $9g %9e”</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Question : Find the code for “</a:t>
            </a:r>
            <a:r>
              <a:rPr lang="en-US" sz="2400" dirty="0" err="1">
                <a:solidFill>
                  <a:schemeClr val="dk1"/>
                </a:solidFill>
                <a:latin typeface="Times New Roman"/>
                <a:ea typeface="Times New Roman"/>
                <a:cs typeface="Times New Roman"/>
                <a:sym typeface="Times New Roman"/>
              </a:rPr>
              <a:t>kanpur</a:t>
            </a:r>
            <a:r>
              <a:rPr lang="en-US" sz="2400" dirty="0">
                <a:solidFill>
                  <a:schemeClr val="dk1"/>
                </a:solidFill>
                <a:latin typeface="Times New Roman"/>
                <a:ea typeface="Times New Roman"/>
                <a:cs typeface="Times New Roman"/>
                <a:sym typeface="Times New Roman"/>
              </a:rPr>
              <a:t>”?</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A. &amp;16f                    	B. %4g</a:t>
            </a:r>
            <a:endParaRPr sz="24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SzPts val="1100"/>
              <a:buNone/>
            </a:pPr>
            <a:r>
              <a:rPr lang="en-US" sz="2400" dirty="0">
                <a:solidFill>
                  <a:schemeClr val="dk1"/>
                </a:solidFill>
                <a:latin typeface="Times New Roman"/>
                <a:ea typeface="Times New Roman"/>
                <a:cs typeface="Times New Roman"/>
                <a:sym typeface="Times New Roman"/>
              </a:rPr>
              <a:t>C. $9h                      	D. @16i </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9"/>
          <p:cNvSpPr txBox="1"/>
          <p:nvPr/>
        </p:nvSpPr>
        <p:spPr>
          <a:xfrm>
            <a:off x="295422" y="1055077"/>
            <a:ext cx="11649436" cy="397027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Question 19: If white is called blue, blue is called red, red is called yellow, yellow is called green, green is called black, black is called violet and violet is called orange, what would be the color of human blood?</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Blue</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Yellow</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Black</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Violet</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0"/>
          <p:cNvSpPr txBox="1"/>
          <p:nvPr/>
        </p:nvSpPr>
        <p:spPr>
          <a:xfrm>
            <a:off x="281354" y="1181686"/>
            <a:ext cx="11663504" cy="397027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Question 20: If the animals which can walk are called swimmers, animals who crawl are called flying, those living in water are called snakes and those which fly in the sky are called hunters, then what will a lizard be called ?</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Flying</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Swimmers</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Snakes</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Hunters</a:t>
            </a:r>
            <a:endParaRPr sz="24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pic>
        <p:nvPicPr>
          <p:cNvPr id="231" name="Google Shape;231;p21" descr="C:\Users\User\Desktop\Blood relationship\thankyou.png"/>
          <p:cNvPicPr preferRelativeResize="0"/>
          <p:nvPr/>
        </p:nvPicPr>
        <p:blipFill rotWithShape="1">
          <a:blip r:embed="rId3">
            <a:alphaModFix/>
          </a:blip>
          <a:srcRect/>
          <a:stretch/>
        </p:blipFill>
        <p:spPr>
          <a:xfrm>
            <a:off x="1681163" y="687388"/>
            <a:ext cx="8829675" cy="5483225"/>
          </a:xfrm>
          <a:prstGeom prst="rect">
            <a:avLst/>
          </a:prstGeom>
          <a:noFill/>
          <a:ln>
            <a:noFill/>
          </a:ln>
        </p:spPr>
      </p:pic>
    </p:spTree>
  </p:cSld>
  <p:clrMapOvr>
    <a:masterClrMapping/>
  </p:clrMapOvr>
</p:sld>
</file>

<file path=ppt/theme/theme1.xml><?xml version="1.0" encoding="utf-8"?>
<a:theme xmlns:a="http://schemas.openxmlformats.org/drawingml/2006/main" name="Aspect">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PEA-305_L3_Number system </Template>
  <TotalTime>11</TotalTime>
  <Words>1386</Words>
  <Application>Microsoft Office PowerPoint</Application>
  <PresentationFormat>Widescreen</PresentationFormat>
  <Paragraphs>265</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Overlock</vt:lpstr>
      <vt:lpstr>Book Antiqua</vt:lpstr>
      <vt:lpstr>Verdana</vt:lpstr>
      <vt:lpstr>Times New Roman</vt:lpstr>
      <vt:lpstr>Noto Sans Symbols</vt:lpstr>
      <vt:lpstr>Calibri</vt:lpstr>
      <vt:lpstr>Arial</vt:lpstr>
      <vt:lpstr>Aspect</vt:lpstr>
      <vt:lpstr>Coding Decoding</vt:lpstr>
      <vt:lpstr>PowerPoint Presentation</vt:lpstr>
      <vt:lpstr>PowerPoint Presentation</vt:lpstr>
      <vt:lpstr>Letter Coding: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pradeep panwar</dc:creator>
  <cp:lastModifiedBy>Chandrabhushan kumar sinha</cp:lastModifiedBy>
  <cp:revision>3</cp:revision>
  <dcterms:created xsi:type="dcterms:W3CDTF">2022-02-20T13:44:06Z</dcterms:created>
  <dcterms:modified xsi:type="dcterms:W3CDTF">2026-03-05T07:00:11Z</dcterms:modified>
</cp:coreProperties>
</file>