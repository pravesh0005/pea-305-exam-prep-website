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A4A3A4"/>
          </p15:clr>
        </p15:guide>
        <p15:guide id="2" pos="2894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gzdy24WWSouwlGr42pgBx84NEA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1194" y="18"/>
      </p:cViewPr>
      <p:guideLst>
        <p:guide orient="horz" pos="2160"/>
        <p:guide pos="28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58301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2ceeb753a_1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2ceeb753a_1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2ceeb753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22ceeb753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2ceeb753a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22ceeb753a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22ceeb753a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22ceeb753a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22ceeb753a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22ceeb753a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9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9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22" name="Google Shape;22;p19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1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2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3" name="Google Shape;43;p22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2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6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body" idx="1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7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27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79" name="Google Shape;79;p27"/>
          <p:cNvSpPr txBox="1">
            <a:spLocks noGrp="1"/>
          </p:cNvSpPr>
          <p:nvPr>
            <p:ph type="body" idx="1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body" idx="1"/>
          </p:nvPr>
        </p:nvSpPr>
        <p:spPr>
          <a:xfrm rot="5400000">
            <a:off x="2583179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9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9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body" idx="1"/>
          </p:nvPr>
        </p:nvSpPr>
        <p:spPr>
          <a:xfrm rot="5400000">
            <a:off x="650303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9" name="Google Shape;9;p18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" name="Google Shape;13;p18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4298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>
            <a:spLocks noGrp="1"/>
          </p:cNvSpPr>
          <p:nvPr>
            <p:ph type="ctrTitle"/>
          </p:nvPr>
        </p:nvSpPr>
        <p:spPr>
          <a:xfrm>
            <a:off x="876935" y="3239637"/>
            <a:ext cx="7543800" cy="108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 dirty="0">
                <a:solidFill>
                  <a:schemeClr val="dk1"/>
                </a:solidFill>
              </a:rPr>
              <a:t>Percentage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989965" y="2440940"/>
            <a:ext cx="7164705" cy="798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0" i="0" u="none" strike="noStrike" cap="none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Lecture: </a:t>
            </a:r>
            <a:r>
              <a:rPr lang="en-IN" sz="4400" b="0" i="0" u="none" strike="noStrike" cap="none" dirty="0" smtClean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sz="44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822960" y="796174"/>
            <a:ext cx="7543800" cy="92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Contains: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Calculation of percentage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Comparison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to Fraction conversion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based on marks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126195" y="252802"/>
            <a:ext cx="8673600" cy="58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Percentage:</a:t>
            </a: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Per means divided and cent means 100.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convert any value on the base of hundred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of percentage to fraction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To convert percentage to fraction, divide that percent value by 100.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50% = 50/100 = ½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25% = 25/100 = ¼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of fraction to percentage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To convert fraction to percentage multiply the fraction by 100.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e.g. 3/8 = (3/8)*100 = 37.5 %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4" descr="Tab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910" y="942108"/>
            <a:ext cx="8715375" cy="5327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/>
        </p:nvSpPr>
        <p:spPr>
          <a:xfrm>
            <a:off x="220861" y="117082"/>
            <a:ext cx="8702400" cy="575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Practice.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Find 55.55 % of 45.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Find 45.45 % of 44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>
            <a:spLocks noGrp="1"/>
          </p:cNvSpPr>
          <p:nvPr>
            <p:ph type="title"/>
          </p:nvPr>
        </p:nvSpPr>
        <p:spPr>
          <a:xfrm>
            <a:off x="822960" y="526415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IN" sz="3600">
                <a:latin typeface="Times New Roman"/>
                <a:ea typeface="Times New Roman"/>
                <a:cs typeface="Times New Roman"/>
                <a:sym typeface="Times New Roman"/>
              </a:rPr>
              <a:t>Conversion Percentage to Fraction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6"/>
          <p:cNvSpPr txBox="1">
            <a:spLocks noGrp="1"/>
          </p:cNvSpPr>
          <p:nvPr>
            <p:ph type="body" idx="1"/>
          </p:nvPr>
        </p:nvSpPr>
        <p:spPr>
          <a:xfrm>
            <a:off x="822960" y="1543685"/>
            <a:ext cx="7543800" cy="456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dirty="0" smtClean="0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IN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>Convert </a:t>
            </a: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62.5%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>2. Convert  28.56 </a:t>
            </a: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2ceeb753a_1_108"/>
          <p:cNvSpPr txBox="1">
            <a:spLocks noGrp="1"/>
          </p:cNvSpPr>
          <p:nvPr>
            <p:ph type="body" idx="1"/>
          </p:nvPr>
        </p:nvSpPr>
        <p:spPr>
          <a:xfrm>
            <a:off x="670550" y="1995668"/>
            <a:ext cx="7543800" cy="53835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>3.Convert </a:t>
            </a: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130%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>4. Convert </a:t>
            </a: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460%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>5. Convert </a:t>
            </a: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133.33%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Q. If 16% of 40% of a number is 8, then find the number.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6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125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130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135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Q. What percentage of 2/7 is 1/35 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7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10%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20%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25%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none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Q. 16.66% of 300.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8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AutoNum type="alphaUcPeriod"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Times New Roman"/>
              <a:buAutoNum type="alphaUcPeriod"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75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Times New Roman"/>
              <a:buAutoNum type="alphaUcPeriod"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Times New Roman"/>
              <a:buAutoNum type="alphaUcPeriod"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18.88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/>
        </p:nvSpPr>
        <p:spPr>
          <a:xfrm>
            <a:off x="215503" y="183758"/>
            <a:ext cx="8712900" cy="581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800" b="1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 of Y = Y% of X</a:t>
            </a:r>
            <a:endParaRPr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Find 45% of 133.33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45% of 133.33 = 133.33 % of 45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= (100+33.33)% of 45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= (1+1/3) 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45</a:t>
            </a:r>
            <a:endParaRPr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4/3 * 45</a:t>
            </a:r>
            <a:endParaRPr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/>
        </p:nvSpPr>
        <p:spPr>
          <a:xfrm>
            <a:off x="250834" y="492556"/>
            <a:ext cx="8819100" cy="51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Comparison</a:t>
            </a:r>
            <a:b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4630" marR="0" lvl="0" indent="-2146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is what 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60?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4630" marR="0" lvl="0" indent="-2146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is how much 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greater than 40?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4630" marR="0" lvl="0" indent="-2146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is how much 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lesser than 60?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4630" marR="0" lvl="0" indent="-10032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/>
        </p:nvSpPr>
        <p:spPr>
          <a:xfrm>
            <a:off x="295918" y="633767"/>
            <a:ext cx="84456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If A’s salary is 20 % more than B, then by how much 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B’s salary is less than A.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16.66%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/>
        </p:nvSpPr>
        <p:spPr>
          <a:xfrm>
            <a:off x="553650" y="905482"/>
            <a:ext cx="84267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If A’s marks in an exam is 40 % less than B then by how much % B’s marks are more than A.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66.66 %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/>
        </p:nvSpPr>
        <p:spPr>
          <a:xfrm>
            <a:off x="230386" y="970365"/>
            <a:ext cx="86832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If 16(2/3) % of a number is added to itself the number becomes 700. Find original number.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>
            <a:spLocks noGrp="1"/>
          </p:cNvSpPr>
          <p:nvPr>
            <p:ph type="title"/>
          </p:nvPr>
        </p:nvSpPr>
        <p:spPr>
          <a:xfrm>
            <a:off x="147294" y="916442"/>
            <a:ext cx="8542422" cy="431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A student multiplied a number by 3/5 instead of  5/3 What is the percentage error in the calculation?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44%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64%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40%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60%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>
            <a:spLocks noGrp="1"/>
          </p:cNvSpPr>
          <p:nvPr>
            <p:ph type="title"/>
          </p:nvPr>
        </p:nvSpPr>
        <p:spPr>
          <a:xfrm>
            <a:off x="297216" y="727582"/>
            <a:ext cx="8460607" cy="393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The number was being multiplied by 5/6. By mistake it is divided by 5/6. Find percentage error in result.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  <a:t>(a) 44%</a:t>
            </a:r>
            <a:b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  <a:t>(b) 64%</a:t>
            </a:r>
            <a:b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  <a:t>(c) 40%</a:t>
            </a:r>
            <a:b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  <a:t>(d) 60%</a:t>
            </a:r>
            <a:b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22ceeb753a_1_0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"/>
              <a:buNone/>
            </a:pPr>
            <a:r>
              <a:rPr lang="en-IN">
                <a:latin typeface="Times"/>
                <a:ea typeface="Times"/>
                <a:cs typeface="Times"/>
                <a:sym typeface="Times"/>
              </a:rPr>
              <a:t>Problem based on Marks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22ceeb753a_1_4"/>
          <p:cNvSpPr txBox="1"/>
          <p:nvPr/>
        </p:nvSpPr>
        <p:spPr>
          <a:xfrm>
            <a:off x="107145" y="831382"/>
            <a:ext cx="88731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A student scored 140 Marks and still failed by 35 marks. If the passing criteria of that exam is 35%. Then find the maximum marks of that exam.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2ceeb753a_1_8"/>
          <p:cNvSpPr txBox="1"/>
          <p:nvPr/>
        </p:nvSpPr>
        <p:spPr>
          <a:xfrm>
            <a:off x="116769" y="977219"/>
            <a:ext cx="88539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A student scored 25 % in an examination and still failed by 30 marks while another candidate scored 50% marks and get 20 marks more than the passing marks. Then find the  passing percentage.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45 %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2ceeb753a_1_12"/>
          <p:cNvSpPr txBox="1"/>
          <p:nvPr/>
        </p:nvSpPr>
        <p:spPr>
          <a:xfrm>
            <a:off x="0" y="849065"/>
            <a:ext cx="8816700" cy="3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In an Exam, 52% candidates failed in English, 42% in mathematics and 17% in both. What was the number of percentage of passed students in both subjects?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23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77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6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94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7" descr="30 Best Ways to Say Thank You for Your Response | FutureofWorking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969" y="616014"/>
            <a:ext cx="8259894" cy="5178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528</Words>
  <Application>Microsoft Office PowerPoint</Application>
  <PresentationFormat>On-screen Show (4:3)</PresentationFormat>
  <Paragraphs>134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Retrospect</vt:lpstr>
      <vt:lpstr>Percentage</vt:lpstr>
      <vt:lpstr>Contains: </vt:lpstr>
      <vt:lpstr>PowerPoint Presentation</vt:lpstr>
      <vt:lpstr>PowerPoint Presentation</vt:lpstr>
      <vt:lpstr>PowerPoint Presentation</vt:lpstr>
      <vt:lpstr>Conversion Percentage to Fraction</vt:lpstr>
      <vt:lpstr>PowerPoint Presentation</vt:lpstr>
      <vt:lpstr>Q. If 16% of 40% of a number is 8, then find the number.</vt:lpstr>
      <vt:lpstr>Q. What percentage of 2/7 is 1/35 ?</vt:lpstr>
      <vt:lpstr>Q. 16.66% of 300.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Question: A student multiplied a number by 3/5 instead of  5/3 What is the percentage error in the calculation?  (a) 44% (b) 64% (c) 40% (d) 60% </vt:lpstr>
      <vt:lpstr>Question: The number was being multiplied by 5/6. By mistake it is divided by 5/6. Find percentage error in result. (a) 44% (b) 64% (c) 40% (d) 60% </vt:lpstr>
      <vt:lpstr>Problem based on Marks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Percentage</dc:title>
  <dc:creator>md asif</dc:creator>
  <cp:lastModifiedBy>rahul</cp:lastModifiedBy>
  <cp:revision>5</cp:revision>
  <dcterms:created xsi:type="dcterms:W3CDTF">2025-01-04T04:41:51Z</dcterms:created>
  <dcterms:modified xsi:type="dcterms:W3CDTF">2026-01-17T09:10:00Z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050094CC0F2DEE05B1BB7767404A8341_42</vt:lpwstr>
  </property>
  <property fmtid="{D5CDD505-2E9C-101B-9397-08002B2CF9AE}" pid="3" name="KSOProductBuildVer">
    <vt:lpwstr>1033-6.10.1.8197</vt:lpwstr>
  </property>
</Properties>
</file>