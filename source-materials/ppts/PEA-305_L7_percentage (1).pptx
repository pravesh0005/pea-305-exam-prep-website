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mdLzXUS6xoasdh5e4Ndd1uwB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9950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28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31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5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6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3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36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27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9" name="Google Shape;9;p2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27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8524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800100" y="3164707"/>
            <a:ext cx="7543800" cy="108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>
                <a:solidFill>
                  <a:schemeClr val="dk1"/>
                </a:solidFill>
              </a:rPr>
              <a:t>Percentage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08685" y="2251075"/>
            <a:ext cx="332676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0" i="0" u="none" strike="noStrike" cap="none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Lecture: </a:t>
            </a:r>
            <a:r>
              <a:rPr lang="en-IN" sz="4000" b="0" i="0" u="none" strike="noStrike" cap="none" dirty="0" smtClean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sz="40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00100" y="315479"/>
            <a:ext cx="7543800" cy="92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to discuss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Successive Percentage Change.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based on Elections.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Times New Roman"/>
              <a:buAutoNum type="arabicPeriod"/>
            </a:pPr>
            <a:r>
              <a:rPr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change &amp; percentage error.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00"/>
              <a:buFont typeface="Calibri"/>
              <a:buNone/>
            </a:pP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2559844" y="2393156"/>
            <a:ext cx="4027885" cy="795338"/>
          </a:xfrm>
          <a:prstGeom prst="rect">
            <a:avLst/>
          </a:prstGeom>
          <a:solidFill>
            <a:schemeClr val="accent1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54400" y="426925"/>
            <a:ext cx="8635200" cy="447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905" t="-2478" b="-96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5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3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/>
        </p:nvSpPr>
        <p:spPr>
          <a:xfrm>
            <a:off x="145646" y="338451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Price of petrol first increased by 20% and then it is decreased by 10% . Find the net change in the price.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8 % increase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2 % decrease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10 % increase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8 % decrease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230386" y="49245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Demand of a car went down by 25 % in 2016 and 20 % in 2017. What is net % decrease in demand?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230386" y="0"/>
            <a:ext cx="86832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the length of a rectangle is increased by 20 % and width is decreased by 30% then find the resultant change in area.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230386" y="25182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number is first increased by 15% and then decreased by 20%. The number so obtained is 64 less than the original number. What is the original number?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860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/>
        </p:nvSpPr>
        <p:spPr>
          <a:xfrm>
            <a:off x="155271" y="271075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petrol is raised by 20% then the percentage by which a car owner must reduce his consumption so that there is no change in expenditure.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16.66 %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225028" y="651163"/>
            <a:ext cx="8693944" cy="55318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" t="-3" r="3" b="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45" name="Google Shape;145;p9"/>
          <p:cNvCxnSpPr/>
          <p:nvPr/>
        </p:nvCxnSpPr>
        <p:spPr>
          <a:xfrm>
            <a:off x="2389112" y="2341743"/>
            <a:ext cx="1769002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6" name="Google Shape;146;p9"/>
          <p:cNvCxnSpPr/>
          <p:nvPr/>
        </p:nvCxnSpPr>
        <p:spPr>
          <a:xfrm>
            <a:off x="2389112" y="4724734"/>
            <a:ext cx="2606400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/>
        </p:nvSpPr>
        <p:spPr>
          <a:xfrm>
            <a:off x="230386" y="271075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sugar is decreased by 12.5% then the percentage by which one household  must increase his consumption so that there is no change in expenditure.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14.28 %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12.5 %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/>
        </p:nvSpPr>
        <p:spPr>
          <a:xfrm>
            <a:off x="163629" y="77003"/>
            <a:ext cx="88071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the price of sugar is increased by 25% then by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consumption should be reduced so that the expenditure will increase by only 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16%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/>
        </p:nvSpPr>
        <p:spPr>
          <a:xfrm>
            <a:off x="126395" y="203698"/>
            <a:ext cx="8844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:If the price of sugar is reduced by 20% due to which a person can buy 2kg more sugar for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200. Find the original price of sugar per kg.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25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22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16 per Kg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"/>
              <a:buNone/>
            </a:pPr>
            <a:r>
              <a:rPr lang="en-IN" sz="4000" b="1">
                <a:latin typeface="Times"/>
                <a:ea typeface="Times"/>
                <a:cs typeface="Times"/>
                <a:sym typeface="Times"/>
              </a:rPr>
              <a:t>Problem based on Elections</a:t>
            </a:r>
            <a:endParaRPr sz="40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182880" y="365760"/>
            <a:ext cx="8826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an Election between two candidates one got 65% of the votes and won by 300 votes. Find total no. of votes.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1200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1800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107145" y="126696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election of 2 candidate the candidate who gets 40% of the total votes rejected by 80 votes. Find total number of votes.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230386" y="117071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election of 2 candidate 12 % of the voters did not cast their votes. The winner by getting 45% of the total votes, defeated his rival by 2000 votes. Find the total number of voters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182880" y="67375"/>
            <a:ext cx="87783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an Election, 10% persons didn't cast their votes and 10% found to be invalid.  The winner got 54% of valid votes and won by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1620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votes. Find total number of votes?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12500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17500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25000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35000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Times"/>
              <a:buNone/>
            </a:pPr>
            <a:r>
              <a:rPr lang="en-IN" sz="4000" b="1">
                <a:latin typeface="Times"/>
                <a:ea typeface="Times"/>
                <a:cs typeface="Times"/>
                <a:sym typeface="Times"/>
              </a:rPr>
              <a:t>Problem based on Population</a:t>
            </a:r>
            <a:endParaRPr sz="40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/>
        </p:nvSpPr>
        <p:spPr>
          <a:xfrm>
            <a:off x="155271" y="232575"/>
            <a:ext cx="868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population of a town is 50,000. It increases by 10% in the first year and 12% in the second year. What will be the population after 2 years. 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61600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72700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84600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/>
        </p:nvSpPr>
        <p:spPr>
          <a:xfrm>
            <a:off x="155271" y="165197"/>
            <a:ext cx="868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current population of a town is 28,000.During the last 2 years the population increased at the rate of 16% and 20% per year. The population 2 years ago was (approximately) 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24000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18000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192505" y="182880"/>
            <a:ext cx="8701200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 a town 20% of the population are Hindi readers, 50% of the remaining are E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nglish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readers and 30% of the remaining are French readers and rest 6300 people are  regional language readers. Then find the total population in town.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20000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22500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35000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15000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6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969" y="616014"/>
            <a:ext cx="8259894" cy="517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17884</TotalTime>
  <Words>737</Words>
  <Application>Microsoft Office PowerPoint</Application>
  <PresentationFormat>On-screen Show (4:3)</PresentationFormat>
  <Paragraphs>157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Retrospect</vt:lpstr>
      <vt:lpstr>Percentage</vt:lpstr>
      <vt:lpstr>Concept to discuss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based on Elections</vt:lpstr>
      <vt:lpstr>PowerPoint Presentation</vt:lpstr>
      <vt:lpstr>PowerPoint Presentation</vt:lpstr>
      <vt:lpstr>PowerPoint Presentation</vt:lpstr>
      <vt:lpstr>PowerPoint Presentation</vt:lpstr>
      <vt:lpstr>Problem based on Population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</dc:title>
  <dc:creator>md asif</dc:creator>
  <cp:lastModifiedBy>rahul</cp:lastModifiedBy>
  <cp:revision>8</cp:revision>
  <dcterms:created xsi:type="dcterms:W3CDTF">2025-01-04T05:27:08Z</dcterms:created>
  <dcterms:modified xsi:type="dcterms:W3CDTF">2026-01-17T09:09:36Z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ECE462DC2EA1B31974C07867E5C2CFDF_42</vt:lpwstr>
  </property>
  <property fmtid="{D5CDD505-2E9C-101B-9397-08002B2CF9AE}" pid="3" name="KSOProductBuildVer">
    <vt:lpwstr>1033-6.10.1.8197</vt:lpwstr>
  </property>
</Properties>
</file>