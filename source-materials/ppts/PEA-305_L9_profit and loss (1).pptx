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9" r:id="rId23"/>
    <p:sldId id="278" r:id="rId24"/>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76">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gpONkfQxt4k3nD/fKmCkesQTUL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1194" y="18"/>
      </p:cViewPr>
      <p:guideLst>
        <p:guide orient="horz" pos="2160"/>
        <p:guide pos="28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9866289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22ce9e19c1_1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22ce9e19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2ce9e19c1_1_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2ce9e19c1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22ce9e19c1_1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22ce9e19c1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 name="Google Shape;14;p2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5"/>
          <p:cNvSpPr txBox="1">
            <a:spLocks noGrp="1"/>
          </p:cNvSpPr>
          <p:nvPr>
            <p:ph type="ctrTitle"/>
          </p:nvPr>
        </p:nvSpPr>
        <p:spPr>
          <a:xfrm>
            <a:off x="685800" y="2130431"/>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480"/>
              </a:spcBef>
              <a:spcAft>
                <a:spcPts val="0"/>
              </a:spcAft>
              <a:buClr>
                <a:srgbClr val="888888"/>
              </a:buClr>
              <a:buSzPts val="2400"/>
              <a:buNone/>
              <a:defRPr>
                <a:solidFill>
                  <a:srgbClr val="888888"/>
                </a:solidFill>
              </a:defRPr>
            </a:lvl1pPr>
            <a:lvl2pPr lvl="1" algn="ctr">
              <a:spcBef>
                <a:spcPts val="420"/>
              </a:spcBef>
              <a:spcAft>
                <a:spcPts val="0"/>
              </a:spcAft>
              <a:buClr>
                <a:srgbClr val="888888"/>
              </a:buClr>
              <a:buSzPts val="2100"/>
              <a:buNone/>
              <a:defRPr>
                <a:solidFill>
                  <a:srgbClr val="888888"/>
                </a:solidFill>
              </a:defRPr>
            </a:lvl2pPr>
            <a:lvl3pPr lvl="2" algn="ctr">
              <a:spcBef>
                <a:spcPts val="36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20" name="Google Shape;20;p25"/>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5"/>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5"/>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6"/>
          <p:cNvSpPr txBox="1">
            <a:spLocks noGrp="1"/>
          </p:cNvSpPr>
          <p:nvPr>
            <p:ph type="title"/>
          </p:nvPr>
        </p:nvSpPr>
        <p:spPr>
          <a:xfrm>
            <a:off x="722313" y="4406906"/>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270"/>
              </a:spcBef>
              <a:spcAft>
                <a:spcPts val="0"/>
              </a:spcAft>
              <a:buClr>
                <a:srgbClr val="888888"/>
              </a:buClr>
              <a:buSzPts val="1350"/>
              <a:buNone/>
              <a:defRPr sz="1350">
                <a:solidFill>
                  <a:srgbClr val="888888"/>
                </a:solidFill>
              </a:defRPr>
            </a:lvl2pPr>
            <a:lvl3pPr marL="1371600" lvl="2" indent="-228600" algn="l">
              <a:spcBef>
                <a:spcPts val="240"/>
              </a:spcBef>
              <a:spcAft>
                <a:spcPts val="0"/>
              </a:spcAft>
              <a:buClr>
                <a:srgbClr val="888888"/>
              </a:buClr>
              <a:buSzPts val="1200"/>
              <a:buNone/>
              <a:defRPr sz="1200">
                <a:solidFill>
                  <a:srgbClr val="888888"/>
                </a:solidFill>
              </a:defRPr>
            </a:lvl3pPr>
            <a:lvl4pPr marL="1828800" lvl="3" indent="-228600" algn="l">
              <a:spcBef>
                <a:spcPts val="210"/>
              </a:spcBef>
              <a:spcAft>
                <a:spcPts val="0"/>
              </a:spcAft>
              <a:buClr>
                <a:srgbClr val="888888"/>
              </a:buClr>
              <a:buSzPts val="1050"/>
              <a:buNone/>
              <a:defRPr sz="1050">
                <a:solidFill>
                  <a:srgbClr val="888888"/>
                </a:solidFill>
              </a:defRPr>
            </a:lvl4pPr>
            <a:lvl5pPr marL="2286000" lvl="4" indent="-228600" algn="l">
              <a:spcBef>
                <a:spcPts val="210"/>
              </a:spcBef>
              <a:spcAft>
                <a:spcPts val="0"/>
              </a:spcAft>
              <a:buClr>
                <a:srgbClr val="888888"/>
              </a:buClr>
              <a:buSzPts val="1050"/>
              <a:buNone/>
              <a:defRPr sz="1050">
                <a:solidFill>
                  <a:srgbClr val="888888"/>
                </a:solidFill>
              </a:defRPr>
            </a:lvl5pPr>
            <a:lvl6pPr marL="2743200" lvl="5" indent="-228600" algn="l">
              <a:spcBef>
                <a:spcPts val="210"/>
              </a:spcBef>
              <a:spcAft>
                <a:spcPts val="0"/>
              </a:spcAft>
              <a:buClr>
                <a:srgbClr val="888888"/>
              </a:buClr>
              <a:buSzPts val="1050"/>
              <a:buNone/>
              <a:defRPr sz="1050">
                <a:solidFill>
                  <a:srgbClr val="888888"/>
                </a:solidFill>
              </a:defRPr>
            </a:lvl6pPr>
            <a:lvl7pPr marL="3200400" lvl="6" indent="-228600" algn="l">
              <a:spcBef>
                <a:spcPts val="210"/>
              </a:spcBef>
              <a:spcAft>
                <a:spcPts val="0"/>
              </a:spcAft>
              <a:buClr>
                <a:srgbClr val="888888"/>
              </a:buClr>
              <a:buSzPts val="1050"/>
              <a:buNone/>
              <a:defRPr sz="1050">
                <a:solidFill>
                  <a:srgbClr val="888888"/>
                </a:solidFill>
              </a:defRPr>
            </a:lvl7pPr>
            <a:lvl8pPr marL="3657600" lvl="7" indent="-228600" algn="l">
              <a:spcBef>
                <a:spcPts val="210"/>
              </a:spcBef>
              <a:spcAft>
                <a:spcPts val="0"/>
              </a:spcAft>
              <a:buClr>
                <a:srgbClr val="888888"/>
              </a:buClr>
              <a:buSzPts val="1050"/>
              <a:buNone/>
              <a:defRPr sz="1050">
                <a:solidFill>
                  <a:srgbClr val="888888"/>
                </a:solidFill>
              </a:defRPr>
            </a:lvl8pPr>
            <a:lvl9pPr marL="4114800" lvl="8" indent="-228600" algn="l">
              <a:spcBef>
                <a:spcPts val="210"/>
              </a:spcBef>
              <a:spcAft>
                <a:spcPts val="0"/>
              </a:spcAft>
              <a:buClr>
                <a:srgbClr val="888888"/>
              </a:buClr>
              <a:buSzPts val="1050"/>
              <a:buNone/>
              <a:defRPr sz="1050">
                <a:solidFill>
                  <a:srgbClr val="888888"/>
                </a:solidFill>
              </a:defRPr>
            </a:lvl9pPr>
          </a:lstStyle>
          <a:p>
            <a:endParaRPr/>
          </a:p>
        </p:txBody>
      </p:sp>
      <p:sp>
        <p:nvSpPr>
          <p:cNvPr id="26" name="Google Shape;26;p26"/>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6"/>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6"/>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7"/>
          <p:cNvSpPr txBox="1">
            <a:spLocks noGrp="1"/>
          </p:cNvSpPr>
          <p:nvPr>
            <p:ph type="body" idx="1"/>
          </p:nvPr>
        </p:nvSpPr>
        <p:spPr>
          <a:xfrm>
            <a:off x="6096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2" name="Google Shape;32;p27"/>
          <p:cNvSpPr txBox="1">
            <a:spLocks noGrp="1"/>
          </p:cNvSpPr>
          <p:nvPr>
            <p:ph type="body" idx="2"/>
          </p:nvPr>
        </p:nvSpPr>
        <p:spPr>
          <a:xfrm>
            <a:off x="6172200" y="1600206"/>
            <a:ext cx="5410200" cy="4525963"/>
          </a:xfrm>
          <a:prstGeom prst="rect">
            <a:avLst/>
          </a:prstGeom>
          <a:noFill/>
          <a:ln>
            <a:noFill/>
          </a:ln>
        </p:spPr>
        <p:txBody>
          <a:bodyPr spcFirstLastPara="1" wrap="square" lIns="91425" tIns="45700" rIns="91425" bIns="45700" anchor="t" anchorCtr="0">
            <a:normAutofit/>
          </a:bodyPr>
          <a:lstStyle>
            <a:lvl1pPr marL="457200" lvl="0" indent="-361950" algn="l">
              <a:spcBef>
                <a:spcPts val="420"/>
              </a:spcBef>
              <a:spcAft>
                <a:spcPts val="0"/>
              </a:spcAft>
              <a:buClr>
                <a:schemeClr val="dk1"/>
              </a:buClr>
              <a:buSzPts val="2100"/>
              <a:buChar char="•"/>
              <a:defRPr sz="2100"/>
            </a:lvl1pPr>
            <a:lvl2pPr marL="914400" lvl="1" indent="-342900" algn="l">
              <a:spcBef>
                <a:spcPts val="36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4325" algn="l">
              <a:spcBef>
                <a:spcPts val="270"/>
              </a:spcBef>
              <a:spcAft>
                <a:spcPts val="0"/>
              </a:spcAft>
              <a:buClr>
                <a:schemeClr val="dk1"/>
              </a:buClr>
              <a:buSzPts val="1350"/>
              <a:buChar char="–"/>
              <a:defRPr sz="1350"/>
            </a:lvl4pPr>
            <a:lvl5pPr marL="2286000" lvl="4" indent="-314325" algn="l">
              <a:spcBef>
                <a:spcPts val="270"/>
              </a:spcBef>
              <a:spcAft>
                <a:spcPts val="0"/>
              </a:spcAft>
              <a:buClr>
                <a:schemeClr val="dk1"/>
              </a:buClr>
              <a:buSzPts val="1350"/>
              <a:buChar char="»"/>
              <a:defRPr sz="1350"/>
            </a:lvl5pPr>
            <a:lvl6pPr marL="2743200" lvl="5" indent="-314325" algn="l">
              <a:spcBef>
                <a:spcPts val="270"/>
              </a:spcBef>
              <a:spcAft>
                <a:spcPts val="0"/>
              </a:spcAft>
              <a:buClr>
                <a:schemeClr val="dk1"/>
              </a:buClr>
              <a:buSzPts val="1350"/>
              <a:buChar char="•"/>
              <a:defRPr sz="1350"/>
            </a:lvl6pPr>
            <a:lvl7pPr marL="3200400" lvl="6" indent="-314325" algn="l">
              <a:spcBef>
                <a:spcPts val="270"/>
              </a:spcBef>
              <a:spcAft>
                <a:spcPts val="0"/>
              </a:spcAft>
              <a:buClr>
                <a:schemeClr val="dk1"/>
              </a:buClr>
              <a:buSzPts val="1350"/>
              <a:buChar char="•"/>
              <a:defRPr sz="1350"/>
            </a:lvl7pPr>
            <a:lvl8pPr marL="3657600" lvl="7" indent="-314325" algn="l">
              <a:spcBef>
                <a:spcPts val="270"/>
              </a:spcBef>
              <a:spcAft>
                <a:spcPts val="0"/>
              </a:spcAft>
              <a:buClr>
                <a:schemeClr val="dk1"/>
              </a:buClr>
              <a:buSzPts val="1350"/>
              <a:buChar char="•"/>
              <a:defRPr sz="1350"/>
            </a:lvl8pPr>
            <a:lvl9pPr marL="4114800" lvl="8" indent="-314325" algn="l">
              <a:spcBef>
                <a:spcPts val="270"/>
              </a:spcBef>
              <a:spcAft>
                <a:spcPts val="0"/>
              </a:spcAft>
              <a:buClr>
                <a:schemeClr val="dk1"/>
              </a:buClr>
              <a:buSzPts val="1350"/>
              <a:buChar char="•"/>
              <a:defRPr sz="1350"/>
            </a:lvl9pPr>
          </a:lstStyle>
          <a:p>
            <a:endParaRPr/>
          </a:p>
        </p:txBody>
      </p:sp>
      <p:sp>
        <p:nvSpPr>
          <p:cNvPr id="33" name="Google Shape;33;p27"/>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7"/>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7"/>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39" name="Google Shape;39;p2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0" name="Google Shape;40;p28"/>
          <p:cNvSpPr txBox="1">
            <a:spLocks noGrp="1"/>
          </p:cNvSpPr>
          <p:nvPr>
            <p:ph type="body" idx="3"/>
          </p:nvPr>
        </p:nvSpPr>
        <p:spPr>
          <a:xfrm>
            <a:off x="4645028"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36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270"/>
              </a:spcBef>
              <a:spcAft>
                <a:spcPts val="0"/>
              </a:spcAft>
              <a:buClr>
                <a:schemeClr val="dk1"/>
              </a:buClr>
              <a:buSzPts val="1350"/>
              <a:buNone/>
              <a:defRPr sz="1350" b="1"/>
            </a:lvl3pPr>
            <a:lvl4pPr marL="1828800" lvl="3" indent="-228600" algn="l">
              <a:spcBef>
                <a:spcPts val="240"/>
              </a:spcBef>
              <a:spcAft>
                <a:spcPts val="0"/>
              </a:spcAft>
              <a:buClr>
                <a:schemeClr val="dk1"/>
              </a:buClr>
              <a:buSzPts val="1200"/>
              <a:buNone/>
              <a:defRPr sz="1200" b="1"/>
            </a:lvl4pPr>
            <a:lvl5pPr marL="2286000" lvl="4" indent="-228600" algn="l">
              <a:spcBef>
                <a:spcPts val="240"/>
              </a:spcBef>
              <a:spcAft>
                <a:spcPts val="0"/>
              </a:spcAft>
              <a:buClr>
                <a:schemeClr val="dk1"/>
              </a:buClr>
              <a:buSzPts val="1200"/>
              <a:buNone/>
              <a:defRPr sz="1200" b="1"/>
            </a:lvl5pPr>
            <a:lvl6pPr marL="2743200" lvl="5" indent="-228600" algn="l">
              <a:spcBef>
                <a:spcPts val="240"/>
              </a:spcBef>
              <a:spcAft>
                <a:spcPts val="0"/>
              </a:spcAft>
              <a:buClr>
                <a:schemeClr val="dk1"/>
              </a:buClr>
              <a:buSzPts val="1200"/>
              <a:buNone/>
              <a:defRPr sz="1200" b="1"/>
            </a:lvl6pPr>
            <a:lvl7pPr marL="3200400" lvl="6" indent="-228600" algn="l">
              <a:spcBef>
                <a:spcPts val="240"/>
              </a:spcBef>
              <a:spcAft>
                <a:spcPts val="0"/>
              </a:spcAft>
              <a:buClr>
                <a:schemeClr val="dk1"/>
              </a:buClr>
              <a:buSzPts val="1200"/>
              <a:buNone/>
              <a:defRPr sz="1200" b="1"/>
            </a:lvl7pPr>
            <a:lvl8pPr marL="3657600" lvl="7" indent="-228600" algn="l">
              <a:spcBef>
                <a:spcPts val="240"/>
              </a:spcBef>
              <a:spcAft>
                <a:spcPts val="0"/>
              </a:spcAft>
              <a:buClr>
                <a:schemeClr val="dk1"/>
              </a:buClr>
              <a:buSzPts val="1200"/>
              <a:buNone/>
              <a:defRPr sz="1200" b="1"/>
            </a:lvl8pPr>
            <a:lvl9pPr marL="4114800" lvl="8" indent="-228600" algn="l">
              <a:spcBef>
                <a:spcPts val="240"/>
              </a:spcBef>
              <a:spcAft>
                <a:spcPts val="0"/>
              </a:spcAft>
              <a:buClr>
                <a:schemeClr val="dk1"/>
              </a:buClr>
              <a:buSzPts val="1200"/>
              <a:buNone/>
              <a:defRPr sz="1200" b="1"/>
            </a:lvl9pPr>
          </a:lstStyle>
          <a:p>
            <a:endParaRPr/>
          </a:p>
        </p:txBody>
      </p:sp>
      <p:sp>
        <p:nvSpPr>
          <p:cNvPr id="41" name="Google Shape;41;p28"/>
          <p:cNvSpPr txBox="1">
            <a:spLocks noGrp="1"/>
          </p:cNvSpPr>
          <p:nvPr>
            <p:ph type="body" idx="4"/>
          </p:nvPr>
        </p:nvSpPr>
        <p:spPr>
          <a:xfrm>
            <a:off x="4645028" y="2174875"/>
            <a:ext cx="4041775" cy="3951288"/>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4325" algn="l">
              <a:spcBef>
                <a:spcPts val="270"/>
              </a:spcBef>
              <a:spcAft>
                <a:spcPts val="0"/>
              </a:spcAft>
              <a:buClr>
                <a:schemeClr val="dk1"/>
              </a:buClr>
              <a:buSzPts val="1350"/>
              <a:buChar char="•"/>
              <a:defRPr sz="1350"/>
            </a:lvl3pPr>
            <a:lvl4pPr marL="1828800" lvl="3" indent="-304800" algn="l">
              <a:spcBef>
                <a:spcPts val="240"/>
              </a:spcBef>
              <a:spcAft>
                <a:spcPts val="0"/>
              </a:spcAft>
              <a:buClr>
                <a:schemeClr val="dk1"/>
              </a:buClr>
              <a:buSzPts val="1200"/>
              <a:buChar char="–"/>
              <a:defRPr sz="1200"/>
            </a:lvl4pPr>
            <a:lvl5pPr marL="2286000" lvl="4" indent="-304800" algn="l">
              <a:spcBef>
                <a:spcPts val="240"/>
              </a:spcBef>
              <a:spcAft>
                <a:spcPts val="0"/>
              </a:spcAft>
              <a:buClr>
                <a:schemeClr val="dk1"/>
              </a:buClr>
              <a:buSzPts val="1200"/>
              <a:buChar char="»"/>
              <a:defRPr sz="1200"/>
            </a:lvl5pPr>
            <a:lvl6pPr marL="2743200" lvl="5" indent="-304800" algn="l">
              <a:spcBef>
                <a:spcPts val="240"/>
              </a:spcBef>
              <a:spcAft>
                <a:spcPts val="0"/>
              </a:spcAft>
              <a:buClr>
                <a:schemeClr val="dk1"/>
              </a:buClr>
              <a:buSzPts val="1200"/>
              <a:buChar char="•"/>
              <a:defRPr sz="1200"/>
            </a:lvl6pPr>
            <a:lvl7pPr marL="3200400" lvl="6" indent="-304800" algn="l">
              <a:spcBef>
                <a:spcPts val="240"/>
              </a:spcBef>
              <a:spcAft>
                <a:spcPts val="0"/>
              </a:spcAft>
              <a:buClr>
                <a:schemeClr val="dk1"/>
              </a:buClr>
              <a:buSzPts val="1200"/>
              <a:buChar char="•"/>
              <a:defRPr sz="1200"/>
            </a:lvl7pPr>
            <a:lvl8pPr marL="3657600" lvl="7" indent="-304800" algn="l">
              <a:spcBef>
                <a:spcPts val="240"/>
              </a:spcBef>
              <a:spcAft>
                <a:spcPts val="0"/>
              </a:spcAft>
              <a:buClr>
                <a:schemeClr val="dk1"/>
              </a:buClr>
              <a:buSzPts val="1200"/>
              <a:buChar char="•"/>
              <a:defRPr sz="1200"/>
            </a:lvl8pPr>
            <a:lvl9pPr marL="4114800" lvl="8" indent="-304800" algn="l">
              <a:spcBef>
                <a:spcPts val="240"/>
              </a:spcBef>
              <a:spcAft>
                <a:spcPts val="0"/>
              </a:spcAft>
              <a:buClr>
                <a:schemeClr val="dk1"/>
              </a:buClr>
              <a:buSzPts val="1200"/>
              <a:buChar char="•"/>
              <a:defRPr sz="1200"/>
            </a:lvl9pPr>
          </a:lstStyle>
          <a:p>
            <a:endParaRPr/>
          </a:p>
        </p:txBody>
      </p:sp>
      <p:sp>
        <p:nvSpPr>
          <p:cNvPr id="42" name="Google Shape;42;p28"/>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8"/>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8"/>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9"/>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9"/>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9"/>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30"/>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0"/>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0"/>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1"/>
          <p:cNvSpPr txBox="1">
            <a:spLocks noGrp="1"/>
          </p:cNvSpPr>
          <p:nvPr>
            <p:ph type="title"/>
          </p:nvPr>
        </p:nvSpPr>
        <p:spPr>
          <a:xfrm>
            <a:off x="457202"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1"/>
          <p:cNvSpPr txBox="1">
            <a:spLocks noGrp="1"/>
          </p:cNvSpPr>
          <p:nvPr>
            <p:ph type="body" idx="1"/>
          </p:nvPr>
        </p:nvSpPr>
        <p:spPr>
          <a:xfrm>
            <a:off x="3575050" y="273056"/>
            <a:ext cx="5111750" cy="5853113"/>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61950" algn="l">
              <a:spcBef>
                <a:spcPts val="420"/>
              </a:spcBef>
              <a:spcAft>
                <a:spcPts val="0"/>
              </a:spcAft>
              <a:buClr>
                <a:schemeClr val="dk1"/>
              </a:buClr>
              <a:buSzPts val="2100"/>
              <a:buChar char="–"/>
              <a:defRPr sz="2100"/>
            </a:lvl2pPr>
            <a:lvl3pPr marL="1371600" lvl="2" indent="-342900" algn="l">
              <a:spcBef>
                <a:spcPts val="36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57" name="Google Shape;57;p31"/>
          <p:cNvSpPr txBox="1">
            <a:spLocks noGrp="1"/>
          </p:cNvSpPr>
          <p:nvPr>
            <p:ph type="body" idx="2"/>
          </p:nvPr>
        </p:nvSpPr>
        <p:spPr>
          <a:xfrm>
            <a:off x="457202" y="1435103"/>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58" name="Google Shape;58;p31"/>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1"/>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1"/>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2"/>
          <p:cNvSpPr>
            <a:spLocks noGrp="1"/>
          </p:cNvSpPr>
          <p:nvPr>
            <p:ph type="pic" idx="2"/>
          </p:nvPr>
        </p:nvSpPr>
        <p:spPr>
          <a:xfrm>
            <a:off x="1792288" y="612775"/>
            <a:ext cx="5486400" cy="4114800"/>
          </a:xfrm>
          <a:prstGeom prst="rect">
            <a:avLst/>
          </a:prstGeom>
          <a:noFill/>
          <a:ln>
            <a:noFill/>
          </a:ln>
        </p:spPr>
      </p:sp>
      <p:sp>
        <p:nvSpPr>
          <p:cNvPr id="64" name="Google Shape;64;p3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10"/>
              </a:spcBef>
              <a:spcAft>
                <a:spcPts val="0"/>
              </a:spcAft>
              <a:buClr>
                <a:schemeClr val="dk1"/>
              </a:buClr>
              <a:buSzPts val="1050"/>
              <a:buNone/>
              <a:defRPr sz="1050"/>
            </a:lvl1pPr>
            <a:lvl2pPr marL="914400" lvl="1" indent="-228600" algn="l">
              <a:spcBef>
                <a:spcPts val="180"/>
              </a:spcBef>
              <a:spcAft>
                <a:spcPts val="0"/>
              </a:spcAft>
              <a:buClr>
                <a:schemeClr val="dk1"/>
              </a:buClr>
              <a:buSzPts val="900"/>
              <a:buNone/>
              <a:defRPr sz="900"/>
            </a:lvl2pPr>
            <a:lvl3pPr marL="1371600" lvl="2" indent="-228600" algn="l">
              <a:spcBef>
                <a:spcPts val="150"/>
              </a:spcBef>
              <a:spcAft>
                <a:spcPts val="0"/>
              </a:spcAft>
              <a:buClr>
                <a:schemeClr val="dk1"/>
              </a:buClr>
              <a:buSzPts val="750"/>
              <a:buNone/>
              <a:defRPr sz="750"/>
            </a:lvl3pPr>
            <a:lvl4pPr marL="1828800" lvl="3" indent="-228600" algn="l">
              <a:spcBef>
                <a:spcPts val="135"/>
              </a:spcBef>
              <a:spcAft>
                <a:spcPts val="0"/>
              </a:spcAft>
              <a:buClr>
                <a:schemeClr val="dk1"/>
              </a:buClr>
              <a:buSzPts val="675"/>
              <a:buNone/>
              <a:defRPr sz="675"/>
            </a:lvl4pPr>
            <a:lvl5pPr marL="2286000" lvl="4" indent="-228600" algn="l">
              <a:spcBef>
                <a:spcPts val="135"/>
              </a:spcBef>
              <a:spcAft>
                <a:spcPts val="0"/>
              </a:spcAft>
              <a:buClr>
                <a:schemeClr val="dk1"/>
              </a:buClr>
              <a:buSzPts val="675"/>
              <a:buNone/>
              <a:defRPr sz="675"/>
            </a:lvl5pPr>
            <a:lvl6pPr marL="2743200" lvl="5" indent="-228600" algn="l">
              <a:spcBef>
                <a:spcPts val="135"/>
              </a:spcBef>
              <a:spcAft>
                <a:spcPts val="0"/>
              </a:spcAft>
              <a:buClr>
                <a:schemeClr val="dk1"/>
              </a:buClr>
              <a:buSzPts val="675"/>
              <a:buNone/>
              <a:defRPr sz="675"/>
            </a:lvl6pPr>
            <a:lvl7pPr marL="3200400" lvl="6" indent="-228600" algn="l">
              <a:spcBef>
                <a:spcPts val="135"/>
              </a:spcBef>
              <a:spcAft>
                <a:spcPts val="0"/>
              </a:spcAft>
              <a:buClr>
                <a:schemeClr val="dk1"/>
              </a:buClr>
              <a:buSzPts val="675"/>
              <a:buNone/>
              <a:defRPr sz="675"/>
            </a:lvl7pPr>
            <a:lvl8pPr marL="3657600" lvl="7" indent="-228600" algn="l">
              <a:spcBef>
                <a:spcPts val="135"/>
              </a:spcBef>
              <a:spcAft>
                <a:spcPts val="0"/>
              </a:spcAft>
              <a:buClr>
                <a:schemeClr val="dk1"/>
              </a:buClr>
              <a:buSzPts val="675"/>
              <a:buNone/>
              <a:defRPr sz="675"/>
            </a:lvl8pPr>
            <a:lvl9pPr marL="4114800" lvl="8" indent="-228600" algn="l">
              <a:spcBef>
                <a:spcPts val="135"/>
              </a:spcBef>
              <a:spcAft>
                <a:spcPts val="0"/>
              </a:spcAft>
              <a:buClr>
                <a:schemeClr val="dk1"/>
              </a:buClr>
              <a:buSzPts val="675"/>
              <a:buNone/>
              <a:defRPr sz="675"/>
            </a:lvl9pPr>
          </a:lstStyle>
          <a:p>
            <a:endParaRPr/>
          </a:p>
        </p:txBody>
      </p:sp>
      <p:sp>
        <p:nvSpPr>
          <p:cNvPr id="65" name="Google Shape;65;p32"/>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2"/>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2"/>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3"/>
          <p:cNvSpPr txBox="1">
            <a:spLocks noGrp="1"/>
          </p:cNvSpPr>
          <p:nvPr>
            <p:ph type="body" idx="1"/>
          </p:nvPr>
        </p:nvSpPr>
        <p:spPr>
          <a:xfrm rot="5400000">
            <a:off x="2309019" y="-251612"/>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4"/>
          <p:cNvSpPr txBox="1">
            <a:spLocks noGrp="1"/>
          </p:cNvSpPr>
          <p:nvPr>
            <p:ph type="title"/>
          </p:nvPr>
        </p:nvSpPr>
        <p:spPr>
          <a:xfrm rot="5400000">
            <a:off x="7285038" y="1828806"/>
            <a:ext cx="5851525" cy="27432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4"/>
          <p:cNvSpPr txBox="1">
            <a:spLocks noGrp="1"/>
          </p:cNvSpPr>
          <p:nvPr>
            <p:ph type="body" idx="1"/>
          </p:nvPr>
        </p:nvSpPr>
        <p:spPr>
          <a:xfrm rot="5400000">
            <a:off x="1722438" y="-838194"/>
            <a:ext cx="5851525" cy="80772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4"/>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4"/>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4"/>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None/>
              <a:defRPr/>
            </a:lvl1pPr>
            <a:lvl2pPr marL="0" lvl="1" indent="0" algn="r">
              <a:spcBef>
                <a:spcPts val="0"/>
              </a:spcBef>
              <a:spcAft>
                <a:spcPts val="0"/>
              </a:spcAft>
              <a:buNone/>
              <a:defRPr/>
            </a:lvl2pPr>
            <a:lvl3pPr marL="0" lvl="2" indent="0" algn="r">
              <a:spcBef>
                <a:spcPts val="0"/>
              </a:spcBef>
              <a:spcAft>
                <a:spcPts val="0"/>
              </a:spcAft>
              <a:buNone/>
              <a:defRPr/>
            </a:lvl3pPr>
            <a:lvl4pPr marL="0" lvl="3" indent="0" algn="r">
              <a:spcBef>
                <a:spcPts val="0"/>
              </a:spcBef>
              <a:spcAft>
                <a:spcPts val="0"/>
              </a:spcAft>
              <a:buNone/>
              <a:defRPr/>
            </a:lvl4pPr>
            <a:lvl5pPr marL="0" lvl="4" indent="0" algn="r">
              <a:spcBef>
                <a:spcPts val="0"/>
              </a:spcBef>
              <a:spcAft>
                <a:spcPts val="0"/>
              </a:spcAft>
              <a:buNone/>
              <a:defRPr/>
            </a:lvl5pPr>
            <a:lvl6pPr marL="0" lvl="5" indent="0" algn="r">
              <a:spcBef>
                <a:spcPts val="0"/>
              </a:spcBef>
              <a:spcAft>
                <a:spcPts val="0"/>
              </a:spcAft>
              <a:buNone/>
              <a:defRPr/>
            </a:lvl6pPr>
            <a:lvl7pPr marL="0" lvl="6" indent="0" algn="r">
              <a:spcBef>
                <a:spcPts val="0"/>
              </a:spcBef>
              <a:spcAft>
                <a:spcPts val="0"/>
              </a:spcAft>
              <a:buNone/>
              <a:defRPr/>
            </a:lvl7pPr>
            <a:lvl8pPr marL="0" lvl="7" indent="0" algn="r">
              <a:spcBef>
                <a:spcPts val="0"/>
              </a:spcBef>
              <a:spcAft>
                <a:spcPts val="0"/>
              </a:spcAft>
              <a:buNone/>
              <a:defRPr/>
            </a:lvl8pPr>
            <a:lvl9pPr marL="0" lvl="8" indent="0" algn="r">
              <a:spcBef>
                <a:spcPts val="0"/>
              </a:spcBef>
              <a:spcAft>
                <a:spcPts val="0"/>
              </a:spcAft>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3"/>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8" name="Google Shape;8;p23"/>
          <p:cNvSpPr txBox="1">
            <a:spLocks noGrp="1"/>
          </p:cNvSpPr>
          <p:nvPr>
            <p:ph type="dt" idx="10"/>
          </p:nvPr>
        </p:nvSpPr>
        <p:spPr>
          <a:xfrm>
            <a:off x="457200" y="635635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3"/>
          <p:cNvSpPr txBox="1">
            <a:spLocks noGrp="1"/>
          </p:cNvSpPr>
          <p:nvPr>
            <p:ph type="ftr" idx="11"/>
          </p:nvPr>
        </p:nvSpPr>
        <p:spPr>
          <a:xfrm>
            <a:off x="3124200" y="6356356"/>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3"/>
          <p:cNvSpPr txBox="1">
            <a:spLocks noGrp="1"/>
          </p:cNvSpPr>
          <p:nvPr>
            <p:ph type="sldNum" idx="12"/>
          </p:nvPr>
        </p:nvSpPr>
        <p:spPr>
          <a:xfrm>
            <a:off x="6553200" y="635635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9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9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9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9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9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9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9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 name="Picture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25401" y="0"/>
            <a:ext cx="9169401" cy="865187"/>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250257" y="1310206"/>
            <a:ext cx="8643486" cy="110799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6600" b="1" i="0" u="none" strike="noStrike" cap="none">
                <a:solidFill>
                  <a:srgbClr val="17365D"/>
                </a:solidFill>
                <a:latin typeface="Arial"/>
                <a:ea typeface="Arial"/>
                <a:cs typeface="Arial"/>
                <a:sym typeface="Arial"/>
              </a:rPr>
              <a:t>Profit and Loss</a:t>
            </a:r>
            <a:endParaRPr sz="6600" b="1">
              <a:solidFill>
                <a:srgbClr val="17365D"/>
              </a:solidFill>
              <a:latin typeface="Arial"/>
              <a:ea typeface="Arial"/>
              <a:cs typeface="Arial"/>
              <a:sym typeface="Arial"/>
            </a:endParaRPr>
          </a:p>
        </p:txBody>
      </p:sp>
      <p:pic>
        <p:nvPicPr>
          <p:cNvPr id="85" name="Google Shape;85;p1"/>
          <p:cNvPicPr preferRelativeResize="0">
            <a:picLocks noGrp="1"/>
          </p:cNvPicPr>
          <p:nvPr>
            <p:ph type="body" idx="1"/>
          </p:nvPr>
        </p:nvPicPr>
        <p:blipFill rotWithShape="1">
          <a:blip r:embed="rId3">
            <a:alphaModFix/>
          </a:blip>
          <a:srcRect/>
          <a:stretch/>
        </p:blipFill>
        <p:spPr>
          <a:xfrm>
            <a:off x="569094" y="2662321"/>
            <a:ext cx="7816081" cy="4068679"/>
          </a:xfrm>
          <a:prstGeom prst="rect">
            <a:avLst/>
          </a:prstGeom>
          <a:noFill/>
          <a:ln>
            <a:noFill/>
          </a:ln>
        </p:spPr>
      </p:pic>
      <p:sp>
        <p:nvSpPr>
          <p:cNvPr id="86" name="Google Shape;86;p1"/>
          <p:cNvSpPr txBox="1"/>
          <p:nvPr/>
        </p:nvSpPr>
        <p:spPr>
          <a:xfrm>
            <a:off x="466725" y="530860"/>
            <a:ext cx="4008755" cy="77914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4000" dirty="0">
                <a:solidFill>
                  <a:schemeClr val="dk1"/>
                </a:solidFill>
                <a:latin typeface="Times New Roman"/>
                <a:ea typeface="Times New Roman"/>
                <a:cs typeface="Times New Roman"/>
                <a:sym typeface="Times New Roman"/>
              </a:rPr>
              <a:t>Lecture: </a:t>
            </a:r>
            <a:r>
              <a:rPr lang="en-US" sz="4000" dirty="0" smtClean="0">
                <a:solidFill>
                  <a:schemeClr val="dk1"/>
                </a:solidFill>
                <a:latin typeface="Times New Roman"/>
                <a:ea typeface="Times New Roman"/>
                <a:cs typeface="Times New Roman"/>
                <a:sym typeface="Times New Roman"/>
              </a:rPr>
              <a:t>9</a:t>
            </a:r>
            <a:endParaRPr sz="40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Contains:</a:t>
            </a:r>
            <a:endParaRPr sz="4400">
              <a:latin typeface="Times New Roman"/>
              <a:ea typeface="Times New Roman"/>
              <a:cs typeface="Times New Roman"/>
              <a:sym typeface="Times New Roman"/>
            </a:endParaRPr>
          </a:p>
        </p:txBody>
      </p:sp>
      <p:sp>
        <p:nvSpPr>
          <p:cNvPr id="92" name="Google Shape;92;p2"/>
          <p:cNvSpPr txBox="1">
            <a:spLocks noGrp="1"/>
          </p:cNvSpPr>
          <p:nvPr>
            <p:ph type="body" idx="1"/>
          </p:nvPr>
        </p:nvSpPr>
        <p:spPr>
          <a:xfrm>
            <a:off x="457200" y="1600206"/>
            <a:ext cx="8229600" cy="4525963"/>
          </a:xfrm>
          <a:prstGeom prst="rect">
            <a:avLst/>
          </a:prstGeom>
          <a:noFill/>
          <a:ln>
            <a:noFill/>
          </a:ln>
        </p:spPr>
        <p:txBody>
          <a:bodyPr spcFirstLastPara="1" wrap="square" lIns="91425" tIns="45700" rIns="91425" bIns="45700" anchor="t" anchorCtr="0">
            <a:normAutofit/>
          </a:bodyPr>
          <a:lstStyle/>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Number of Articles</a:t>
            </a:r>
            <a:endParaRPr sz="3200">
              <a:latin typeface="Times New Roman"/>
              <a:ea typeface="Times New Roman"/>
              <a:cs typeface="Times New Roman"/>
              <a:sym typeface="Times New Roman"/>
            </a:endParaRPr>
          </a:p>
          <a:p>
            <a:pPr marL="257175" lvl="0" indent="-346075" algn="l" rtl="0">
              <a:spcBef>
                <a:spcPts val="720"/>
              </a:spcBef>
              <a:spcAft>
                <a:spcPts val="0"/>
              </a:spcAft>
              <a:buSzPts val="3200"/>
              <a:buFont typeface="Times New Roman"/>
              <a:buChar char="•"/>
            </a:pPr>
            <a:r>
              <a:rPr lang="en-US" sz="3200">
                <a:latin typeface="Times New Roman"/>
                <a:ea typeface="Times New Roman"/>
                <a:cs typeface="Times New Roman"/>
                <a:sym typeface="Times New Roman"/>
              </a:rPr>
              <a:t>Faulty Weights((Dishonest Trader)</a:t>
            </a:r>
            <a:endParaRPr sz="3200">
              <a:latin typeface="Times New Roman"/>
              <a:ea typeface="Times New Roman"/>
              <a:cs typeface="Times New Roman"/>
              <a:sym typeface="Times New Roman"/>
            </a:endParaRPr>
          </a:p>
          <a:p>
            <a:pPr marL="257175" lvl="0" indent="-346075" algn="l" rtl="0">
              <a:spcBef>
                <a:spcPts val="0"/>
              </a:spcBef>
              <a:spcAft>
                <a:spcPts val="0"/>
              </a:spcAft>
              <a:buSzPts val="3200"/>
              <a:buFont typeface="Times New Roman"/>
              <a:buChar char="•"/>
            </a:pPr>
            <a:r>
              <a:rPr lang="en-US" sz="3200">
                <a:latin typeface="Times New Roman"/>
                <a:ea typeface="Times New Roman"/>
                <a:cs typeface="Times New Roman"/>
                <a:sym typeface="Times New Roman"/>
              </a:rPr>
              <a:t>Problems on Successive Discount</a:t>
            </a:r>
            <a:endParaRPr sz="32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3"/>
          <p:cNvSpPr txBox="1">
            <a:spLocks noGrp="1"/>
          </p:cNvSpPr>
          <p:nvPr>
            <p:ph type="title"/>
          </p:nvPr>
        </p:nvSpPr>
        <p:spPr>
          <a:xfrm>
            <a:off x="457200" y="1919923"/>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ct val="100000"/>
              <a:buFont typeface="Calibri"/>
              <a:buNone/>
            </a:pPr>
            <a:r>
              <a:rPr lang="en-US" sz="4400"/>
              <a:t/>
            </a:r>
            <a:br>
              <a:rPr lang="en-US" sz="4400"/>
            </a:br>
            <a:r>
              <a:rPr lang="en-US" sz="4288">
                <a:latin typeface="Times New Roman"/>
                <a:ea typeface="Times New Roman"/>
                <a:cs typeface="Times New Roman"/>
                <a:sym typeface="Times New Roman"/>
              </a:rPr>
              <a:t>Number of Articles</a:t>
            </a:r>
            <a:endParaRPr sz="4288">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body" idx="1"/>
          </p:nvPr>
        </p:nvSpPr>
        <p:spPr>
          <a:xfrm>
            <a:off x="218138" y="185286"/>
            <a:ext cx="8694855" cy="4495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400"/>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If CP of 25 articles is equal to SP of 20 articles. Find the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 loss</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5"/>
          <p:cNvSpPr txBox="1">
            <a:spLocks noGrp="1"/>
          </p:cNvSpPr>
          <p:nvPr>
            <p:ph type="body" idx="1"/>
          </p:nvPr>
        </p:nvSpPr>
        <p:spPr>
          <a:xfrm>
            <a:off x="208513" y="146785"/>
            <a:ext cx="8762231"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By selling 12 articles a man earn a loss of which is equal to selling price of 4 articles. Find his loss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16.66 %</a:t>
            </a:r>
            <a:endParaRPr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6"/>
          <p:cNvSpPr txBox="1">
            <a:spLocks noGrp="1"/>
          </p:cNvSpPr>
          <p:nvPr>
            <p:ph type="body" idx="1"/>
          </p:nvPr>
        </p:nvSpPr>
        <p:spPr>
          <a:xfrm>
            <a:off x="93011" y="156411"/>
            <a:ext cx="8858484"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By selling 40 articles a man earn a profit of equal to cost price of 5 articles. Find his loss or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33.33 % profit</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12.5 %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7"/>
          <p:cNvSpPr txBox="1">
            <a:spLocks noGrp="1"/>
          </p:cNvSpPr>
          <p:nvPr>
            <p:ph type="body" idx="1"/>
          </p:nvPr>
        </p:nvSpPr>
        <p:spPr>
          <a:xfrm>
            <a:off x="160387" y="127535"/>
            <a:ext cx="8810358" cy="4495800"/>
          </a:xfrm>
          <a:prstGeom prst="rect">
            <a:avLst/>
          </a:prstGeom>
          <a:noFill/>
          <a:ln>
            <a:noFill/>
          </a:ln>
        </p:spPr>
        <p:txBody>
          <a:bodyPr spcFirstLastPara="1" wrap="square" lIns="91425" tIns="45700" rIns="91425" bIns="45700" anchor="t" anchorCtr="0">
            <a:normAutofit fontScale="92500"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buy some number of article at the rate of 11 articles for Rs.10 and sold all of them at the rate of 10 articles for Rs.11.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21%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21 % loss</a:t>
            </a:r>
            <a:endParaRPr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8"/>
          <p:cNvSpPr txBox="1">
            <a:spLocks noGrp="1"/>
          </p:cNvSpPr>
          <p:nvPr>
            <p:ph type="body" idx="1"/>
          </p:nvPr>
        </p:nvSpPr>
        <p:spPr>
          <a:xfrm>
            <a:off x="179638" y="98659"/>
            <a:ext cx="8829608" cy="4495800"/>
          </a:xfrm>
          <a:prstGeom prst="rect">
            <a:avLst/>
          </a:prstGeom>
          <a:noFill/>
          <a:ln>
            <a:noFill/>
          </a:ln>
        </p:spPr>
        <p:txBody>
          <a:bodyPr spcFirstLastPara="1" wrap="square" lIns="91425" tIns="45700" rIns="91425" bIns="45700" anchor="t" anchorCtr="0">
            <a:normAutofit fontScale="92500" lnSpcReduction="10000"/>
          </a:bodyPr>
          <a:lstStyle/>
          <a:p>
            <a:pPr marL="257175" lvl="0" indent="-257175" algn="just" rtl="0">
              <a:spcBef>
                <a:spcPts val="0"/>
              </a:spcBef>
              <a:spcAft>
                <a:spcPts val="0"/>
              </a:spcAft>
              <a:buClr>
                <a:schemeClr val="dk1"/>
              </a:buClr>
              <a:buSzPts val="2400"/>
              <a:buFont typeface="Arial"/>
              <a:buNone/>
            </a:pPr>
            <a:endParaRPr lang="en-US" dirty="0" smtClean="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endParaRPr lang="en-US" dirty="0" smtClean="0">
              <a:latin typeface="Times New Roman"/>
              <a:ea typeface="Times New Roman"/>
              <a:cs typeface="Times New Roman"/>
              <a:sym typeface="Times New Roman"/>
            </a:endParaRPr>
          </a:p>
          <a:p>
            <a:pPr marL="257175" lvl="0" indent="-257175" algn="just" rtl="0">
              <a:spcBef>
                <a:spcPts val="0"/>
              </a:spcBef>
              <a:spcAft>
                <a:spcPts val="0"/>
              </a:spcAft>
              <a:buClr>
                <a:schemeClr val="dk1"/>
              </a:buClr>
              <a:buSzPts val="2400"/>
              <a:buFont typeface="Arial"/>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A Shopkeeper buy some lemons at rate of 2 for </a:t>
            </a:r>
            <a:r>
              <a:rPr lang="en-US" sz="2400" dirty="0" smtClean="0">
                <a:latin typeface="Times New Roman"/>
                <a:ea typeface="Times New Roman"/>
                <a:cs typeface="Times New Roman"/>
                <a:sym typeface="Times New Roman"/>
              </a:rPr>
              <a:t>Rs.1.Again </a:t>
            </a:r>
            <a:r>
              <a:rPr lang="en-US" sz="2400" dirty="0">
                <a:latin typeface="Times New Roman"/>
                <a:ea typeface="Times New Roman"/>
                <a:cs typeface="Times New Roman"/>
                <a:sym typeface="Times New Roman"/>
              </a:rPr>
              <a:t>he bought the </a:t>
            </a:r>
            <a:r>
              <a:rPr lang="en-US" sz="2400" dirty="0" smtClean="0">
                <a:latin typeface="Times New Roman"/>
                <a:ea typeface="Times New Roman"/>
                <a:cs typeface="Times New Roman"/>
                <a:sym typeface="Times New Roman"/>
              </a:rPr>
              <a:t>same </a:t>
            </a:r>
            <a:r>
              <a:rPr lang="en-US" sz="2400" dirty="0">
                <a:latin typeface="Times New Roman"/>
                <a:ea typeface="Times New Roman"/>
                <a:cs typeface="Times New Roman"/>
                <a:sym typeface="Times New Roman"/>
              </a:rPr>
              <a:t>number of lemons at rate of 1 </a:t>
            </a:r>
            <a:r>
              <a:rPr lang="en-US" sz="2400" dirty="0" smtClean="0">
                <a:latin typeface="Times New Roman"/>
                <a:ea typeface="Times New Roman"/>
                <a:cs typeface="Times New Roman"/>
                <a:sym typeface="Times New Roman"/>
              </a:rPr>
              <a:t>for</a:t>
            </a:r>
            <a:r>
              <a:rPr lang="en-US" dirty="0">
                <a:latin typeface="Times New Roman"/>
                <a:ea typeface="Times New Roman"/>
                <a:cs typeface="Times New Roman"/>
                <a:sym typeface="Times New Roman"/>
              </a:rPr>
              <a:t> </a:t>
            </a:r>
            <a:r>
              <a:rPr lang="en-US" dirty="0" smtClean="0">
                <a:latin typeface="Times New Roman"/>
                <a:ea typeface="Times New Roman"/>
                <a:cs typeface="Times New Roman"/>
                <a:sym typeface="Times New Roman"/>
              </a:rPr>
              <a:t>Rs.</a:t>
            </a:r>
            <a:r>
              <a:rPr lang="en-US" sz="2400" dirty="0" smtClean="0">
                <a:latin typeface="Times New Roman"/>
                <a:ea typeface="Times New Roman"/>
                <a:cs typeface="Times New Roman"/>
                <a:sym typeface="Times New Roman"/>
              </a:rPr>
              <a:t>2</a:t>
            </a:r>
            <a:r>
              <a:rPr lang="en-US" sz="2400" dirty="0">
                <a:latin typeface="Times New Roman"/>
                <a:ea typeface="Times New Roman"/>
                <a:cs typeface="Times New Roman"/>
                <a:sym typeface="Times New Roman"/>
              </a:rPr>
              <a:t>. He mixed both the types and sold at 3 for Rs.3. find </a:t>
            </a:r>
            <a:r>
              <a:rPr lang="en-US" sz="2400" dirty="0" smtClean="0">
                <a:latin typeface="Times New Roman"/>
                <a:ea typeface="Times New Roman"/>
                <a:cs typeface="Times New Roman"/>
                <a:sym typeface="Times New Roman"/>
              </a:rPr>
              <a:t>profit</a:t>
            </a:r>
            <a:r>
              <a:rPr lang="en-US" dirty="0">
                <a:latin typeface="Times New Roman"/>
                <a:ea typeface="Times New Roman"/>
                <a:cs typeface="Times New Roman"/>
                <a:sym typeface="Times New Roman"/>
              </a:rPr>
              <a:t> </a:t>
            </a:r>
            <a:r>
              <a:rPr lang="en-US" sz="2400" dirty="0" smtClean="0">
                <a:latin typeface="Times New Roman"/>
                <a:ea typeface="Times New Roman"/>
                <a:cs typeface="Times New Roman"/>
                <a:sym typeface="Times New Roman"/>
              </a:rPr>
              <a:t>/ </a:t>
            </a:r>
            <a:r>
              <a:rPr lang="en-US" sz="2400" dirty="0">
                <a:latin typeface="Times New Roman"/>
                <a:ea typeface="Times New Roman"/>
                <a:cs typeface="Times New Roman"/>
                <a:sym typeface="Times New Roman"/>
              </a:rPr>
              <a:t>loss %.</a:t>
            </a:r>
            <a:endParaRPr sz="2400" dirty="0">
              <a:latin typeface="Times New Roman"/>
              <a:ea typeface="Times New Roman"/>
              <a:cs typeface="Times New Roman"/>
              <a:sym typeface="Times New Roman"/>
            </a:endParaRPr>
          </a:p>
          <a:p>
            <a:pPr marL="257175" lvl="0" indent="-257175" algn="just" rtl="0">
              <a:spcBef>
                <a:spcPts val="480"/>
              </a:spcBef>
              <a:spcAft>
                <a:spcPts val="0"/>
              </a:spcAft>
              <a:buClr>
                <a:schemeClr val="dk1"/>
              </a:buClr>
              <a:buSzPts val="2400"/>
              <a:buFont typeface="Arial"/>
              <a:buNone/>
            </a:pP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[A] 20 %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[B] 25 % loss</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[C] 20 % profit</a:t>
            </a:r>
            <a:endParaRPr sz="2400"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sz="2400" dirty="0">
                <a:latin typeface="Times New Roman"/>
                <a:ea typeface="Times New Roman"/>
                <a:cs typeface="Times New Roman"/>
                <a:sym typeface="Times New Roman"/>
              </a:rPr>
              <a:t>[D] 25 % profit</a:t>
            </a:r>
            <a:endParaRPr sz="2400"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sz="2400" dirty="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9"/>
          <p:cNvSpPr txBox="1">
            <a:spLocks noGrp="1"/>
          </p:cNvSpPr>
          <p:nvPr>
            <p:ph type="body" idx="1"/>
          </p:nvPr>
        </p:nvSpPr>
        <p:spPr>
          <a:xfrm>
            <a:off x="141136" y="166036"/>
            <a:ext cx="8819983" cy="4495800"/>
          </a:xfrm>
          <a:prstGeom prst="rect">
            <a:avLst/>
          </a:prstGeom>
          <a:noFill/>
          <a:ln>
            <a:noFill/>
          </a:ln>
        </p:spPr>
        <p:txBody>
          <a:bodyPr spcFirstLastPara="1" wrap="square" lIns="91425" tIns="45700" rIns="91425" bIns="45700" anchor="t" anchorCtr="0">
            <a:normAutofit fontScale="92500"/>
          </a:bodyPr>
          <a:lstStyle/>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man purchase some number of articles at the rate of 11 articles for Rs.1. How many articles should he sell for Rs.1 to gain 10%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12</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14</a:t>
            </a:r>
            <a:endParaRPr dirty="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0"/>
          <p:cNvSpPr txBox="1">
            <a:spLocks noGrp="1"/>
          </p:cNvSpPr>
          <p:nvPr>
            <p:ph type="body" idx="1"/>
          </p:nvPr>
        </p:nvSpPr>
        <p:spPr>
          <a:xfrm>
            <a:off x="227763" y="146785"/>
            <a:ext cx="869485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man purchase 25 articles for Rs.1. How many articles should he sell for Rs.1 to gain 25% profit.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21</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28</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1"/>
          <p:cNvSpPr txBox="1">
            <a:spLocks noGrp="1"/>
          </p:cNvSpPr>
          <p:nvPr>
            <p:ph type="title"/>
          </p:nvPr>
        </p:nvSpPr>
        <p:spPr>
          <a:xfrm>
            <a:off x="457200" y="25777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sz="4400">
                <a:latin typeface="Times New Roman"/>
                <a:ea typeface="Times New Roman"/>
                <a:cs typeface="Times New Roman"/>
                <a:sym typeface="Times New Roman"/>
              </a:rPr>
              <a:t>Faulty Weights (Dishonest Trader)</a:t>
            </a:r>
            <a:endParaRPr sz="44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2"/>
          <p:cNvSpPr txBox="1">
            <a:spLocks noGrp="1"/>
          </p:cNvSpPr>
          <p:nvPr>
            <p:ph type="body" idx="1"/>
          </p:nvPr>
        </p:nvSpPr>
        <p:spPr>
          <a:xfrm>
            <a:off x="93010" y="127535"/>
            <a:ext cx="8896985" cy="4495800"/>
          </a:xfrm>
          <a:prstGeom prst="rect">
            <a:avLst/>
          </a:prstGeom>
          <a:noFill/>
          <a:ln>
            <a:noFill/>
          </a:ln>
        </p:spPr>
        <p:txBody>
          <a:bodyPr spcFirstLastPara="1" wrap="square" lIns="91425" tIns="45700" rIns="91425" bIns="45700" anchor="t" anchorCtr="0">
            <a:normAutofit lnSpcReduction="10000"/>
          </a:bodyPr>
          <a:lstStyle/>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just"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professes to sell his goods at its CP, But he uses 800 gm. In place of 1 kg. Find his profit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20%</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3"/>
          <p:cNvSpPr txBox="1">
            <a:spLocks noGrp="1"/>
          </p:cNvSpPr>
          <p:nvPr>
            <p:ph type="body" idx="1"/>
          </p:nvPr>
        </p:nvSpPr>
        <p:spPr>
          <a:xfrm>
            <a:off x="227765" y="185286"/>
            <a:ext cx="8723730" cy="44958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endParaRPr lang="en-US" dirty="0" smtClean="0">
              <a:latin typeface="Times New Roman"/>
              <a:ea typeface="Times New Roman"/>
              <a:cs typeface="Times New Roman"/>
              <a:sym typeface="Times New Roman"/>
            </a:endParaRPr>
          </a:p>
          <a:p>
            <a:pPr marL="0" lvl="0" indent="0" algn="l" rtl="0">
              <a:spcBef>
                <a:spcPts val="0"/>
              </a:spcBef>
              <a:spcAft>
                <a:spcPts val="0"/>
              </a:spcAft>
              <a:buClr>
                <a:schemeClr val="dk1"/>
              </a:buClr>
              <a:buSzPts val="2400"/>
              <a:buFont typeface="Noto Sans Symbols"/>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shopkeeper professes to sell his goods at 44% loss, But he uses 30% less weight. Find his profit or loss percent.</a:t>
            </a:r>
            <a:endParaRPr dirty="0">
              <a:latin typeface="Times New Roman"/>
              <a:ea typeface="Times New Roman"/>
              <a:cs typeface="Times New Roman"/>
              <a:sym typeface="Times New Roman"/>
            </a:endParaRPr>
          </a:p>
          <a:p>
            <a:pPr marL="0" lvl="0" indent="0" algn="l"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20%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25% profit</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25% loss</a:t>
            </a:r>
            <a:endParaRPr dirty="0">
              <a:latin typeface="Times New Roman"/>
              <a:ea typeface="Times New Roman"/>
              <a:cs typeface="Times New Roman"/>
              <a:sym typeface="Times New Roman"/>
            </a:endParaRPr>
          </a:p>
          <a:p>
            <a:pPr marL="0" lvl="0" indent="0" algn="l"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20% loss</a:t>
            </a:r>
            <a:endParaRPr dirty="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g322ce9e19c1_1_0"/>
          <p:cNvSpPr txBox="1">
            <a:spLocks noGrp="1"/>
          </p:cNvSpPr>
          <p:nvPr>
            <p:ph type="body" idx="1"/>
          </p:nvPr>
        </p:nvSpPr>
        <p:spPr>
          <a:xfrm>
            <a:off x="457200" y="485524"/>
            <a:ext cx="8229600" cy="56409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pPr>
            <a:endParaRPr lang="en-US" dirty="0" smtClean="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endParaRPr lang="en-US"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smtClean="0">
                <a:highlight>
                  <a:srgbClr val="FFFFFF"/>
                </a:highlight>
                <a:latin typeface="Times New Roman"/>
                <a:ea typeface="Times New Roman"/>
                <a:cs typeface="Times New Roman"/>
                <a:sym typeface="Times New Roman"/>
              </a:rPr>
              <a:t>Question</a:t>
            </a:r>
            <a:r>
              <a:rPr lang="en-US" dirty="0">
                <a:highlight>
                  <a:srgbClr val="FFFFFF"/>
                </a:highlight>
                <a:latin typeface="Times New Roman"/>
                <a:ea typeface="Times New Roman"/>
                <a:cs typeface="Times New Roman"/>
                <a:sym typeface="Times New Roman"/>
              </a:rPr>
              <a:t>: A dishonest dealer professes to sell his goods at cost price but uses a weight of 960 </a:t>
            </a:r>
            <a:r>
              <a:rPr lang="en-US" dirty="0" err="1">
                <a:highlight>
                  <a:srgbClr val="FFFFFF"/>
                </a:highlight>
                <a:latin typeface="Times New Roman"/>
                <a:ea typeface="Times New Roman"/>
                <a:cs typeface="Times New Roman"/>
                <a:sym typeface="Times New Roman"/>
              </a:rPr>
              <a:t>gms</a:t>
            </a:r>
            <a:r>
              <a:rPr lang="en-US" dirty="0">
                <a:highlight>
                  <a:srgbClr val="FFFFFF"/>
                </a:highlight>
                <a:latin typeface="Times New Roman"/>
                <a:ea typeface="Times New Roman"/>
                <a:cs typeface="Times New Roman"/>
                <a:sym typeface="Times New Roman"/>
              </a:rPr>
              <a:t> instead of a kg weight. Find the gain of this dishonest person in percent.</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A) 5(3/4)%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B) 4.167%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 C) 5(1/6)%                  </a:t>
            </a:r>
            <a:endParaRPr dirty="0">
              <a:highlight>
                <a:srgbClr val="FFFFFF"/>
              </a:highlight>
              <a:latin typeface="Times New Roman"/>
              <a:ea typeface="Times New Roman"/>
              <a:cs typeface="Times New Roman"/>
              <a:sym typeface="Times New Roman"/>
            </a:endParaRPr>
          </a:p>
          <a:p>
            <a:pPr marL="0" lvl="0" indent="0" algn="l" rtl="0">
              <a:spcBef>
                <a:spcPts val="360"/>
              </a:spcBef>
              <a:spcAft>
                <a:spcPts val="0"/>
              </a:spcAft>
              <a:buNone/>
            </a:pPr>
            <a:r>
              <a:rPr lang="en-US" dirty="0">
                <a:highlight>
                  <a:srgbClr val="FFFFFF"/>
                </a:highlight>
                <a:latin typeface="Times New Roman"/>
                <a:ea typeface="Times New Roman"/>
                <a:cs typeface="Times New Roman"/>
                <a:sym typeface="Times New Roman"/>
              </a:rPr>
              <a:t>D) None Of These</a:t>
            </a:r>
            <a:endParaRPr dirty="0">
              <a:highlight>
                <a:srgbClr val="FFFFFF"/>
              </a:highlight>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22ce9e19c1_1_7"/>
          <p:cNvSpPr txBox="1">
            <a:spLocks noGrp="1"/>
          </p:cNvSpPr>
          <p:nvPr>
            <p:ph type="body" idx="1"/>
          </p:nvPr>
        </p:nvSpPr>
        <p:spPr>
          <a:xfrm>
            <a:off x="457200" y="234681"/>
            <a:ext cx="8229600" cy="4526100"/>
          </a:xfrm>
          <a:prstGeom prst="rect">
            <a:avLst/>
          </a:prstGeom>
        </p:spPr>
        <p:txBody>
          <a:bodyPr spcFirstLastPara="1" wrap="square" lIns="91425" tIns="45700" rIns="91425" bIns="45700" anchor="t" anchorCtr="0">
            <a:normAutofit fontScale="85000" lnSpcReduction="20000"/>
          </a:bodyPr>
          <a:lstStyle/>
          <a:p>
            <a:pPr marL="0" lvl="0" indent="0" algn="l" rtl="0">
              <a:lnSpc>
                <a:spcPct val="148000"/>
              </a:lnSpc>
              <a:spcBef>
                <a:spcPts val="800"/>
              </a:spcBef>
              <a:spcAft>
                <a:spcPts val="0"/>
              </a:spcAft>
              <a:buClr>
                <a:schemeClr val="dk1"/>
              </a:buClr>
              <a:buSzPts val="1100"/>
              <a:buFont typeface="Arial"/>
              <a:buNone/>
            </a:pPr>
            <a:endParaRPr lang="en-US" dirty="0" smtClean="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endParaRPr lang="en-US" dirty="0">
              <a:latin typeface="Times New Roman"/>
              <a:ea typeface="Times New Roman"/>
              <a:cs typeface="Times New Roman"/>
              <a:sym typeface="Times New Roman"/>
            </a:endParaRPr>
          </a:p>
          <a:p>
            <a:pPr marL="0" lvl="0" indent="0" algn="l" rtl="0">
              <a:lnSpc>
                <a:spcPct val="148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Question</a:t>
            </a:r>
            <a:r>
              <a:rPr lang="en-US" dirty="0">
                <a:latin typeface="Times New Roman"/>
                <a:ea typeface="Times New Roman"/>
                <a:cs typeface="Times New Roman"/>
                <a:sym typeface="Times New Roman"/>
              </a:rPr>
              <a:t>: A dishonest shopkeeper sells salt at a rate of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18 per kilogram. The MRP of the salt is </a:t>
            </a:r>
            <a:r>
              <a:rPr lang="en-US" dirty="0" err="1">
                <a:latin typeface="Times New Roman"/>
                <a:ea typeface="Times New Roman"/>
                <a:cs typeface="Times New Roman"/>
                <a:sym typeface="Times New Roman"/>
              </a:rPr>
              <a:t>Rs</a:t>
            </a:r>
            <a:r>
              <a:rPr lang="en-US" dirty="0">
                <a:latin typeface="Times New Roman"/>
                <a:ea typeface="Times New Roman"/>
                <a:cs typeface="Times New Roman"/>
                <a:sym typeface="Times New Roman"/>
              </a:rPr>
              <a:t> 15 per kg. As though not satisfied with this, he tries to multiply his profit by removing 200 </a:t>
            </a:r>
            <a:r>
              <a:rPr lang="en-US" dirty="0" err="1">
                <a:latin typeface="Times New Roman"/>
                <a:ea typeface="Times New Roman"/>
                <a:cs typeface="Times New Roman"/>
                <a:sym typeface="Times New Roman"/>
              </a:rPr>
              <a:t>gm</a:t>
            </a:r>
            <a:r>
              <a:rPr lang="en-US" dirty="0">
                <a:latin typeface="Times New Roman"/>
                <a:ea typeface="Times New Roman"/>
                <a:cs typeface="Times New Roman"/>
                <a:sym typeface="Times New Roman"/>
              </a:rPr>
              <a:t> from each packet. What is the shopkeeper’s gain percentage?</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A</a:t>
            </a:r>
            <a:r>
              <a:rPr lang="en-US">
                <a:latin typeface="Times New Roman"/>
                <a:ea typeface="Times New Roman"/>
                <a:cs typeface="Times New Roman"/>
                <a:sym typeface="Times New Roman"/>
              </a:rPr>
              <a:t>) </a:t>
            </a:r>
            <a:r>
              <a:rPr lang="en-US" smtClean="0">
                <a:latin typeface="Times New Roman"/>
                <a:ea typeface="Times New Roman"/>
                <a:cs typeface="Times New Roman"/>
                <a:sym typeface="Times New Roman"/>
              </a:rPr>
              <a:t>45</a:t>
            </a:r>
            <a:r>
              <a:rPr lang="en-US" dirty="0">
                <a:latin typeface="Times New Roman"/>
                <a:ea typeface="Times New Roman"/>
                <a:cs typeface="Times New Roman"/>
                <a:sym typeface="Times New Roman"/>
              </a:rPr>
              <a:t>%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B</a:t>
            </a:r>
            <a:r>
              <a:rPr lang="en-US">
                <a:latin typeface="Times New Roman"/>
                <a:ea typeface="Times New Roman"/>
                <a:cs typeface="Times New Roman"/>
                <a:sym typeface="Times New Roman"/>
              </a:rPr>
              <a:t>) </a:t>
            </a:r>
            <a:r>
              <a:rPr lang="en-US" smtClean="0">
                <a:latin typeface="Times New Roman"/>
                <a:ea typeface="Times New Roman"/>
                <a:cs typeface="Times New Roman"/>
                <a:sym typeface="Times New Roman"/>
              </a:rPr>
              <a:t>50</a:t>
            </a:r>
            <a:r>
              <a:rPr lang="en-US" dirty="0">
                <a:latin typeface="Times New Roman"/>
                <a:ea typeface="Times New Roman"/>
                <a:cs typeface="Times New Roman"/>
                <a:sym typeface="Times New Roman"/>
              </a:rPr>
              <a:t>%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C</a:t>
            </a:r>
            <a:r>
              <a:rPr lang="en-US">
                <a:latin typeface="Times New Roman"/>
                <a:ea typeface="Times New Roman"/>
                <a:cs typeface="Times New Roman"/>
                <a:sym typeface="Times New Roman"/>
              </a:rPr>
              <a:t>) </a:t>
            </a:r>
            <a:r>
              <a:rPr lang="en-US" smtClean="0">
                <a:latin typeface="Times New Roman"/>
                <a:ea typeface="Times New Roman"/>
                <a:cs typeface="Times New Roman"/>
                <a:sym typeface="Times New Roman"/>
              </a:rPr>
              <a:t>55</a:t>
            </a:r>
            <a:r>
              <a:rPr lang="en-US" dirty="0">
                <a:latin typeface="Times New Roman"/>
                <a:ea typeface="Times New Roman"/>
                <a:cs typeface="Times New Roman"/>
                <a:sym typeface="Times New Roman"/>
              </a:rPr>
              <a:t>%                      </a:t>
            </a:r>
            <a:br>
              <a:rPr lang="en-US" dirty="0">
                <a:latin typeface="Times New Roman"/>
                <a:ea typeface="Times New Roman"/>
                <a:cs typeface="Times New Roman"/>
                <a:sym typeface="Times New Roman"/>
              </a:rPr>
            </a:br>
            <a:r>
              <a:rPr lang="en-US" dirty="0">
                <a:latin typeface="Times New Roman"/>
                <a:ea typeface="Times New Roman"/>
                <a:cs typeface="Times New Roman"/>
                <a:sym typeface="Times New Roman"/>
              </a:rPr>
              <a:t>D</a:t>
            </a:r>
            <a:r>
              <a:rPr lang="en-US">
                <a:latin typeface="Times New Roman"/>
                <a:ea typeface="Times New Roman"/>
                <a:cs typeface="Times New Roman"/>
                <a:sym typeface="Times New Roman"/>
              </a:rPr>
              <a:t>) </a:t>
            </a:r>
            <a:r>
              <a:rPr lang="en-US" smtClean="0">
                <a:latin typeface="Times New Roman"/>
                <a:ea typeface="Times New Roman"/>
                <a:cs typeface="Times New Roman"/>
                <a:sym typeface="Times New Roman"/>
              </a:rPr>
              <a:t>60</a:t>
            </a:r>
            <a:r>
              <a:rPr lang="en-US" dirty="0">
                <a:latin typeface="Times New Roman"/>
                <a:ea typeface="Times New Roman"/>
                <a:cs typeface="Times New Roman"/>
                <a:sym typeface="Times New Roman"/>
              </a:rPr>
              <a:t>%</a:t>
            </a:r>
            <a:endParaRPr dirty="0">
              <a:latin typeface="Times New Roman"/>
              <a:ea typeface="Times New Roman"/>
              <a:cs typeface="Times New Roman"/>
              <a:sym typeface="Times New Roman"/>
            </a:endParaRPr>
          </a:p>
          <a:p>
            <a:pPr marL="0" lvl="0" indent="0" algn="l" rtl="0">
              <a:spcBef>
                <a:spcPts val="2300"/>
              </a:spcBef>
              <a:spcAft>
                <a:spcPts val="0"/>
              </a:spcAft>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4"/>
          <p:cNvSpPr txBox="1">
            <a:spLocks noGrp="1"/>
          </p:cNvSpPr>
          <p:nvPr>
            <p:ph type="title"/>
          </p:nvPr>
        </p:nvSpPr>
        <p:spPr>
          <a:xfrm>
            <a:off x="457200" y="2628583"/>
            <a:ext cx="8229600" cy="11430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000"/>
              <a:buFont typeface="Calibri"/>
              <a:buNone/>
            </a:pPr>
            <a:r>
              <a:rPr lang="en-US" sz="4000">
                <a:latin typeface="Times New Roman"/>
                <a:ea typeface="Times New Roman"/>
                <a:cs typeface="Times New Roman"/>
                <a:sym typeface="Times New Roman"/>
              </a:rPr>
              <a:t>Problems on Successive Discount</a:t>
            </a:r>
            <a:endParaRPr sz="40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5"/>
          <p:cNvSpPr txBox="1"/>
          <p:nvPr/>
        </p:nvSpPr>
        <p:spPr>
          <a:xfrm>
            <a:off x="243300" y="1044586"/>
            <a:ext cx="8900700" cy="3601800"/>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400">
                <a:solidFill>
                  <a:schemeClr val="dk1"/>
                </a:solidFill>
                <a:latin typeface="Times New Roman"/>
                <a:ea typeface="Times New Roman"/>
                <a:cs typeface="Times New Roman"/>
                <a:sym typeface="Times New Roman"/>
              </a:rPr>
              <a:t>Questions: An item was sold at a price after giving two successive discount of 30% and 50 %. If the selling price of the item was Rs 448, then what was the marked price of the item?</a:t>
            </a:r>
            <a:endParaRPr sz="24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[A] 840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[B] 1280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[C] 1140</a:t>
            </a:r>
            <a:endParaRPr sz="2400">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[D] 1640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body" idx="1"/>
          </p:nvPr>
        </p:nvSpPr>
        <p:spPr>
          <a:xfrm>
            <a:off x="0" y="1056956"/>
            <a:ext cx="890336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Buy 5 articles get 3 articles free. Find discount percent.</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33.33%</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12.5%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37.5%</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60%</a:t>
            </a:r>
            <a:endParaRPr dirty="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7"/>
          <p:cNvSpPr txBox="1">
            <a:spLocks noGrp="1"/>
          </p:cNvSpPr>
          <p:nvPr>
            <p:ph type="body" idx="1"/>
          </p:nvPr>
        </p:nvSpPr>
        <p:spPr>
          <a:xfrm>
            <a:off x="179638" y="1181646"/>
            <a:ext cx="8810358"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gives 10% discount on an article and earn 20% profit then find his profit percent if he will give 20% discount on the same article.</a:t>
            </a:r>
            <a:endParaRPr dirty="0">
              <a:latin typeface="Times New Roman"/>
              <a:ea typeface="Times New Roman"/>
              <a:cs typeface="Times New Roman"/>
              <a:sym typeface="Times New Roman"/>
            </a:endParaRPr>
          </a:p>
          <a:p>
            <a:pPr marL="0" lvl="0" indent="0" algn="just" rtl="0">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16.66%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5.66%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6.66%</a:t>
            </a:r>
            <a:endParaRPr dirty="0">
              <a:latin typeface="Times New Roman"/>
              <a:ea typeface="Times New Roman"/>
              <a:cs typeface="Times New Roman"/>
              <a:sym typeface="Times New Roman"/>
            </a:endParaRPr>
          </a:p>
          <a:p>
            <a:pPr marL="0" lvl="0" indent="0" algn="just" rtl="0">
              <a:lnSpc>
                <a:spcPct val="15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None</a:t>
            </a:r>
            <a:endParaRPr dirty="0">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8"/>
          <p:cNvSpPr txBox="1">
            <a:spLocks noGrp="1"/>
          </p:cNvSpPr>
          <p:nvPr>
            <p:ph type="body" idx="1"/>
          </p:nvPr>
        </p:nvSpPr>
        <p:spPr>
          <a:xfrm>
            <a:off x="0" y="1064248"/>
            <a:ext cx="8800732" cy="4495800"/>
          </a:xfrm>
          <a:prstGeom prst="rect">
            <a:avLst/>
          </a:prstGeom>
          <a:noFill/>
          <a:ln>
            <a:noFill/>
          </a:ln>
        </p:spPr>
        <p:txBody>
          <a:bodyPr spcFirstLastPara="1" wrap="square" lIns="91425" tIns="45700" rIns="91425" bIns="45700" anchor="t" anchorCtr="0">
            <a:normAutofit/>
          </a:bodyPr>
          <a:lstStyle/>
          <a:p>
            <a:pPr marL="0" lvl="0" indent="0" algn="just" rtl="0">
              <a:spcBef>
                <a:spcPts val="0"/>
              </a:spcBef>
              <a:spcAft>
                <a:spcPts val="0"/>
              </a:spcAft>
              <a:buClr>
                <a:schemeClr val="dk1"/>
              </a:buClr>
              <a:buSzPts val="2400"/>
              <a:buFont typeface="Noto Sans Symbols"/>
              <a:buNone/>
            </a:pPr>
            <a:r>
              <a:rPr lang="en-US" dirty="0">
                <a:latin typeface="Times New Roman"/>
                <a:ea typeface="Times New Roman"/>
                <a:cs typeface="Times New Roman"/>
                <a:sym typeface="Times New Roman"/>
              </a:rPr>
              <a:t>Question:  A shopkeeper give 1 article free of every purchase of 15 article and also gives a discount of 4 % and after all that his profit percent is 35%. Find CP:MP.</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Font typeface="Noto Sans Symbols"/>
              <a:buNone/>
            </a:pP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[A] 3:2</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[B] 4:5</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[C] 3:4</a:t>
            </a:r>
            <a:endParaRPr dirty="0">
              <a:latin typeface="Times New Roman"/>
              <a:ea typeface="Times New Roman"/>
              <a:cs typeface="Times New Roman"/>
              <a:sym typeface="Times New Roman"/>
            </a:endParaRPr>
          </a:p>
          <a:p>
            <a:pPr marL="0" lvl="0" indent="0" algn="just" rtl="0">
              <a:lnSpc>
                <a:spcPct val="100000"/>
              </a:lnSpc>
              <a:spcBef>
                <a:spcPts val="480"/>
              </a:spcBef>
              <a:spcAft>
                <a:spcPts val="0"/>
              </a:spcAft>
              <a:buClr>
                <a:schemeClr val="dk1"/>
              </a:buClr>
              <a:buSzPts val="2400"/>
              <a:buNone/>
            </a:pPr>
            <a:r>
              <a:rPr lang="en-US" dirty="0">
                <a:latin typeface="Times New Roman"/>
                <a:ea typeface="Times New Roman"/>
                <a:cs typeface="Times New Roman"/>
                <a:sym typeface="Times New Roman"/>
              </a:rPr>
              <a:t>[D] 2:3</a:t>
            </a:r>
            <a:endParaRPr dirty="0">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rtl="0">
              <a:lnSpc>
                <a:spcPct val="100000"/>
              </a:lnSpc>
              <a:spcBef>
                <a:spcPts val="800"/>
              </a:spcBef>
              <a:spcAft>
                <a:spcPts val="0"/>
              </a:spcAft>
              <a:buClr>
                <a:schemeClr val="dk1"/>
              </a:buClr>
              <a:buSzPts val="1100"/>
              <a:buFont typeface="Arial"/>
              <a:buNone/>
            </a:pPr>
            <a:r>
              <a:rPr lang="en-US" dirty="0">
                <a:latin typeface="Times New Roman"/>
                <a:ea typeface="Times New Roman"/>
                <a:cs typeface="Times New Roman"/>
                <a:sym typeface="Times New Roman"/>
              </a:rPr>
              <a:t>Question: A superstore marks its goods by a certain percentage over the past price and then offers a discount of 40%. Using this method, they make 5% profit. Find the percentage by which </a:t>
            </a:r>
            <a:r>
              <a:rPr lang="en-US" dirty="0" smtClean="0">
                <a:latin typeface="Times New Roman"/>
                <a:ea typeface="Times New Roman"/>
                <a:cs typeface="Times New Roman"/>
                <a:sym typeface="Times New Roman"/>
              </a:rPr>
              <a:t>the goods	were	marked	up.             </a:t>
            </a:r>
            <a:r>
              <a:rPr lang="en-US" dirty="0">
                <a:latin typeface="Times New Roman"/>
                <a:ea typeface="Times New Roman"/>
                <a:cs typeface="Times New Roman"/>
                <a:sym typeface="Times New Roman"/>
              </a:rPr>
              <a:t/>
            </a:r>
            <a:br>
              <a:rPr lang="en-US" dirty="0">
                <a:latin typeface="Times New Roman"/>
                <a:ea typeface="Times New Roman"/>
                <a:cs typeface="Times New Roman"/>
                <a:sym typeface="Times New Roman"/>
              </a:rPr>
            </a:br>
            <a:r>
              <a:rPr lang="en-US" dirty="0" smtClean="0">
                <a:latin typeface="Times New Roman"/>
                <a:ea typeface="Times New Roman"/>
                <a:cs typeface="Times New Roman"/>
                <a:sym typeface="Times New Roman"/>
              </a:rPr>
              <a:t>A. 60%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B. 70%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C. 72%</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D. 75%</a:t>
            </a:r>
            <a:endParaRPr dirty="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22ce9e19c1_1_13"/>
          <p:cNvSpPr txBox="1">
            <a:spLocks noGrp="1"/>
          </p:cNvSpPr>
          <p:nvPr>
            <p:ph type="body" idx="1"/>
          </p:nvPr>
        </p:nvSpPr>
        <p:spPr>
          <a:xfrm>
            <a:off x="409286" y="934156"/>
            <a:ext cx="8229600" cy="5565000"/>
          </a:xfrm>
          <a:prstGeom prst="rect">
            <a:avLst/>
          </a:prstGeom>
        </p:spPr>
        <p:txBody>
          <a:bodyPr spcFirstLastPara="1" wrap="square" lIns="91425" tIns="45700" rIns="91425" bIns="45700" anchor="t" anchorCtr="0">
            <a:normAutofit/>
          </a:bodyPr>
          <a:lstStyle/>
          <a:p>
            <a:pPr marL="0" lvl="0" indent="0" algn="just">
              <a:spcBef>
                <a:spcPts val="800"/>
              </a:spcBef>
              <a:buSzPts val="1100"/>
              <a:buNone/>
            </a:pPr>
            <a:r>
              <a:rPr lang="en-US" dirty="0">
                <a:latin typeface="Times New Roman"/>
                <a:ea typeface="Times New Roman"/>
                <a:cs typeface="Times New Roman"/>
                <a:sym typeface="Times New Roman"/>
              </a:rPr>
              <a:t>Question: A trader allows a discount of 10% on the market price of the goods. He still manages to make a profit of 17% on the cost price. What will be profit percentage had the trader sold the </a:t>
            </a:r>
            <a:r>
              <a:rPr lang="en-US" dirty="0" smtClean="0">
                <a:latin typeface="Times New Roman"/>
                <a:ea typeface="Times New Roman"/>
                <a:cs typeface="Times New Roman"/>
                <a:sym typeface="Times New Roman"/>
              </a:rPr>
              <a:t>goods	at	the	market	price</a:t>
            </a:r>
            <a:r>
              <a:rPr lang="en-US" dirty="0">
                <a:latin typeface="Times New Roman"/>
                <a:ea typeface="Times New Roman"/>
                <a:cs typeface="Times New Roman"/>
                <a:sym typeface="Times New Roman"/>
              </a:rPr>
              <a:t>?</a:t>
            </a:r>
            <a:br>
              <a:rPr lang="en-US" dirty="0">
                <a:latin typeface="Times New Roman"/>
                <a:ea typeface="Times New Roman"/>
                <a:cs typeface="Times New Roman"/>
                <a:sym typeface="Times New Roman"/>
              </a:rPr>
            </a:br>
            <a:endParaRPr lang="en-US" dirty="0">
              <a:latin typeface="Times New Roman"/>
              <a:ea typeface="Times New Roman"/>
              <a:cs typeface="Times New Roman"/>
              <a:sym typeface="Times New Roman"/>
            </a:endParaRP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
            </a:r>
            <a:br>
              <a:rPr lang="en-US" dirty="0" smtClean="0">
                <a:latin typeface="Times New Roman"/>
                <a:ea typeface="Times New Roman"/>
                <a:cs typeface="Times New Roman"/>
                <a:sym typeface="Times New Roman"/>
              </a:rPr>
            </a:br>
            <a:r>
              <a:rPr lang="en-US" dirty="0" smtClean="0">
                <a:latin typeface="Times New Roman"/>
                <a:ea typeface="Times New Roman"/>
                <a:cs typeface="Times New Roman"/>
                <a:sym typeface="Times New Roman"/>
              </a:rPr>
              <a:t>A. 10%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B. 20%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C. 30%</a:t>
            </a:r>
          </a:p>
          <a:p>
            <a:pPr marL="0" lvl="0" indent="0" algn="just" rtl="0">
              <a:lnSpc>
                <a:spcPct val="100000"/>
              </a:lnSpc>
              <a:spcBef>
                <a:spcPts val="800"/>
              </a:spcBef>
              <a:spcAft>
                <a:spcPts val="0"/>
              </a:spcAft>
              <a:buClr>
                <a:schemeClr val="dk1"/>
              </a:buClr>
              <a:buSzPts val="1100"/>
              <a:buFont typeface="Arial"/>
              <a:buNone/>
            </a:pPr>
            <a:r>
              <a:rPr lang="en-US" dirty="0" smtClean="0">
                <a:latin typeface="Times New Roman"/>
                <a:ea typeface="Times New Roman"/>
                <a:cs typeface="Times New Roman"/>
                <a:sym typeface="Times New Roman"/>
              </a:rPr>
              <a:t>D. 40%</a:t>
            </a:r>
            <a:endParaRPr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820922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22" descr="30 Best Ways to Say Thank You for Your Response | FutureofWorking.com"/>
          <p:cNvPicPr preferRelativeResize="0"/>
          <p:nvPr/>
        </p:nvPicPr>
        <p:blipFill rotWithShape="1">
          <a:blip r:embed="rId3">
            <a:alphaModFix/>
          </a:blip>
          <a:srcRect/>
          <a:stretch/>
        </p:blipFill>
        <p:spPr>
          <a:xfrm>
            <a:off x="317634" y="1357745"/>
            <a:ext cx="8470231" cy="479279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883</Words>
  <Application>Microsoft Office PowerPoint</Application>
  <PresentationFormat>On-screen Show (4:3)</PresentationFormat>
  <Paragraphs>131</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Contains:</vt:lpstr>
      <vt:lpstr> Number of Articles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Faulty Weights (Dishonest Trader)</vt:lpstr>
      <vt:lpstr>PowerPoint Presentation</vt:lpstr>
      <vt:lpstr>PowerPoint Presentation</vt:lpstr>
      <vt:lpstr>PowerPoint Presentation</vt:lpstr>
      <vt:lpstr>PowerPoint Presentation</vt:lpstr>
      <vt:lpstr>Problems on Successive Discount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asif</dc:creator>
  <cp:lastModifiedBy>rahul</cp:lastModifiedBy>
  <cp:revision>7</cp:revision>
  <dcterms:created xsi:type="dcterms:W3CDTF">2025-01-04T07:15:21Z</dcterms:created>
  <dcterms:modified xsi:type="dcterms:W3CDTF">2026-01-17T09:10:55Z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0DD172396440A23C8ADD78673BD3496A_42</vt:lpwstr>
  </property>
  <property fmtid="{D5CDD505-2E9C-101B-9397-08002B2CF9AE}" pid="3" name="KSOProductBuildVer">
    <vt:lpwstr>1033-6.10.1.8197</vt:lpwstr>
  </property>
</Properties>
</file>